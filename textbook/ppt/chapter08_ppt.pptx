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第8章 百器图谱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容器与内置算法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栈 Stack的基本概念与应用</a:t>
            </a:r>
          </a:p>
          <a:p>
            <a:r>
              <a:rPr sz="1800"/>
              <a:t>• 队列 Queue的基本概念与应用</a:t>
            </a:r>
          </a:p>
          <a:p>
            <a:r>
              <a:rPr sz="1800"/>
              <a:t>• 链表基础的基本概念与应用</a:t>
            </a:r>
          </a:p>
          <a:p>
            <a:r>
              <a:rPr sz="1800"/>
              <a:t>• STL容器的基本概念与应用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