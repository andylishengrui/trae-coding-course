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第8章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栈 Stack：后进先出(LIFO) - 像叠盘子</a:t>
            </a:r>
          </a:p>
          <a:p>
            <a:r>
              <a:rPr sz="1400">
                <a:solidFill>
                  <a:srgbClr val="000000"/>
                </a:solidFill>
              </a:rPr>
              <a:t>队列 Queue：先进先出(FIFO) - 像排队</a:t>
            </a:r>
          </a:p>
          <a:p>
            <a:r>
              <a:rPr sz="1400">
                <a:solidFill>
                  <a:srgbClr val="000000"/>
                </a:solidFill>
              </a:rPr>
              <a:t>链表：动态增删 O(1)，不能随机访问</a:t>
            </a:r>
          </a:p>
          <a:p>
            <a:r>
              <a:rPr sz="1400">
                <a:solidFill>
                  <a:srgbClr val="000000"/>
                </a:solidFill>
              </a:rPr>
              <a:t>STL容器：vector(动态数组), stack, queue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stack&lt;int&gt; stk;
stk.push(1);
stk.push(2);
cout &lt;&lt; stk.top() &lt;&lt; endl; // 2
stk.pop();
cout &lt;&lt; stk.top() &lt;&lt; endl; //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stk = []
stk.append(1)
stk.append(2)
print(stk[-1])  # 2
stk.pop()
print(stk[-1])  #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栈空时 pop/top 会出错</a:t>
            </a:r>
          </a:p>
          <a:p>
            <a:r>
              <a:rPr sz="1400">
                <a:solidFill>
                  <a:srgbClr val="000000"/>
                </a:solidFill>
              </a:rPr>
              <a:t>队列空时 front 会出错</a:t>
            </a:r>
          </a:p>
          <a:p>
            <a:r>
              <a:rPr sz="1400">
                <a:solidFill>
                  <a:srgbClr val="000000"/>
                </a:solidFill>
              </a:rPr>
              <a:t>链表操作顺序很重要：先改指针再删节点</a:t>
            </a:r>
          </a:p>
          <a:p>
            <a:r>
              <a:rPr sz="1400">
                <a:solidFill>
                  <a:srgbClr val="000000"/>
                </a:solidFill>
              </a:rPr>
              <a:t>STL容器的 size() 是 O(1)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JD099 双栈为队 - 两个栈模拟队列 (Medium)</a:t>
            </a:r>
          </a:p>
          <a:p>
            <a:r>
              <a:rPr sz="1400">
                <a:solidFill>
                  <a:srgbClr val="000000"/>
                </a:solidFill>
              </a:rPr>
              <a:t>JD100 铁链翻转 - 链表反转 (Medium)</a:t>
            </a:r>
          </a:p>
          <a:p>
            <a:r>
              <a:rPr sz="1400">
                <a:solidFill>
                  <a:srgbClr val="000000"/>
                </a:solidFill>
              </a:rPr>
              <a:t>JD101 双链归并 - 合并有序链表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本章学习了第8章的核心概念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本章学习STL容器——栈、队列、链表等数据结构的实际应用。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