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第8章 百器图谱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容器与内置算法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栈 Stack的基本概念与应用</a:t>
            </a:r>
          </a:p>
          <a:p>
            <a:r>
              <a:rPr sz="1800"/>
              <a:t>• 队列 Queue的基本概念与应用</a:t>
            </a:r>
          </a:p>
          <a:p>
            <a:r>
              <a:rPr sz="1800"/>
              <a:t>• 链表基础的基本概念与应用</a:t>
            </a:r>
          </a:p>
          <a:p>
            <a:r>
              <a:rPr sz="1800"/>
              <a:t>• STL容器的基本概念与应用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栈 Stack：后进先出(LIFO)</a:t>
            </a:r>
          </a:p>
          <a:p>
            <a:r>
              <a:rPr sz="1600">
                <a:solidFill>
                  <a:srgbClr val="000000"/>
                </a:solidFill>
              </a:rPr>
              <a:t>队列 Queue：先进先出(FIFO)</a:t>
            </a:r>
          </a:p>
          <a:p>
            <a:r>
              <a:rPr sz="1600">
                <a:solidFill>
                  <a:srgbClr val="000000"/>
                </a:solidFill>
              </a:rPr>
              <a:t>链表：动态增删，不能随机访问</a:t>
            </a:r>
          </a:p>
          <a:p>
            <a:r>
              <a:rPr sz="1600">
                <a:solidFill>
                  <a:srgbClr val="000000"/>
                </a:solidFill>
              </a:rPr>
              <a:t>STL容器：vector, stack, queue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stack&lt;int&gt; stk;
stk.push(1);
int top = stk.top();
stk.pop();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stk = []
stk.append(1)
top = stk[-1]
stk.pop()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栈空时pop/peek会出错</a:t>
            </a:r>
          </a:p>
          <a:p>
            <a:r>
              <a:rPr sz="1600">
                <a:solidFill>
                  <a:srgbClr val="000000"/>
                </a:solidFill>
              </a:rPr>
              <a:t>队列空时front会出错</a:t>
            </a:r>
          </a:p>
          <a:p>
            <a:r>
              <a:rPr sz="1600">
                <a:solidFill>
                  <a:srgbClr val="000000"/>
                </a:solidFill>
              </a:rPr>
              <a:t>链表操作顺序很重要</a:t>
            </a:r>
          </a:p>
          <a:p>
            <a:r>
              <a:rPr sz="1600">
                <a:solidFill>
                  <a:srgbClr val="000000"/>
                </a:solidFill>
              </a:rPr>
              <a:t>STL容器的size()是O(1)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JD099 双栈为队</a:t>
            </a:r>
          </a:p>
          <a:p>
            <a:r>
              <a:rPr sz="1600">
                <a:solidFill>
                  <a:srgbClr val="000000"/>
                </a:solidFill>
              </a:rPr>
              <a:t>JD100 铁链翻转</a:t>
            </a:r>
          </a:p>
          <a:p>
            <a:r>
              <a:rPr sz="1600">
                <a:solidFill>
                  <a:srgbClr val="000000"/>
                </a:solidFill>
              </a:rPr>
              <a:t>JD101 双链归并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掌握核心概念</a:t>
            </a:r>
          </a:p>
          <a:p>
            <a:r>
              <a:rPr sz="1600">
                <a:solidFill>
                  <a:srgbClr val="000000"/>
                </a:solidFill>
              </a:rPr>
              <a:t>多做练习</a:t>
            </a:r>
          </a:p>
          <a:p>
            <a:r>
              <a:rPr sz="1600">
                <a:solidFill>
                  <a:srgbClr val="000000"/>
                </a:solidFill>
              </a:rPr>
              <a:t>注意边界条件</a:t>
            </a:r>
          </a:p>
          <a:p>
            <a:r>
              <a:rPr sz="1600">
                <a:solidFill>
                  <a:srgbClr val="000000"/>
                </a:solidFill>
              </a:rPr>
              <a:t>理解算法思想而非死记代码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