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第12章 利器出鞘</a:t>
            </a:r>
          </a:p>
          <a:p>
            <a:pPr algn="ctr"/>
            <a:r>
              <a:rPr sz="2400">
                <a:solidFill>
                  <a:srgbClr val="6B5D4D"/>
                </a:solidFill>
              </a:rPr>
              <a:t>进阶数据结构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/>
              <a:t>• 单调栈的基本概念与应用</a:t>
            </a:r>
          </a:p>
          <a:p>
            <a:r>
              <a:rPr sz="1800"/>
              <a:t>• 单调队列的基本概念与应用</a:t>
            </a:r>
          </a:p>
          <a:p>
            <a:r>
              <a:rPr sz="1800"/>
              <a:t>• KMP算法的基本概念与应用</a:t>
            </a:r>
          </a:p>
          <a:p>
            <a:r>
              <a:rPr sz="1800"/>
              <a:t>• 堆的基本概念与应用</a:t>
            </a:r>
          </a:p>
          <a:p>
            <a:r>
              <a:rPr sz="1800"/>
              <a:t>• 并查集的基本概念与应用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单调栈：维护单调递增/递减的栈</a:t>
            </a:r>
          </a:p>
          <a:p>
            <a:r>
              <a:rPr sz="1600">
                <a:solidFill>
                  <a:srgbClr val="000000"/>
                </a:solidFill>
              </a:rPr>
              <a:t>KMP：next数组，匹配时利用最长前后缀</a:t>
            </a:r>
          </a:p>
          <a:p>
            <a:r>
              <a:rPr sz="1600">
                <a:solidFill>
                  <a:srgbClr val="000000"/>
                </a:solidFill>
              </a:rPr>
              <a:t>堆：完全二叉树，插入O(logn)，取最值O(1)</a:t>
            </a:r>
          </a:p>
          <a:p>
            <a:r>
              <a:rPr sz="1600">
                <a:solidFill>
                  <a:srgbClr val="000000"/>
                </a:solidFill>
              </a:rPr>
              <a:t>并查集：合并集合+查询连通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int find(int x) {
    if (p[x] != x) p[x] = find(p[x]);
    return p[x];
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def find(x):
    if p[x] != x:
        p[x] = find(p[x])
    return p[x]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单调栈忘记处理栈空的情况</a:t>
            </a:r>
          </a:p>
          <a:p>
            <a:r>
              <a:rPr sz="1600">
                <a:solidFill>
                  <a:srgbClr val="000000"/>
                </a:solidFill>
              </a:rPr>
              <a:t>KMP的next数组初始化</a:t>
            </a:r>
          </a:p>
          <a:p>
            <a:r>
              <a:rPr sz="1600">
                <a:solidFill>
                  <a:srgbClr val="000000"/>
                </a:solidFill>
              </a:rPr>
              <a:t>堆的下标从1还是0开始</a:t>
            </a:r>
          </a:p>
          <a:p>
            <a:r>
              <a:rPr sz="1600">
                <a:solidFill>
                  <a:srgbClr val="000000"/>
                </a:solidFill>
              </a:rPr>
              <a:t>并查集路径压缩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JD130 铁链串珠</a:t>
            </a:r>
          </a:p>
          <a:p>
            <a:r>
              <a:rPr sz="1600">
                <a:solidFill>
                  <a:srgbClr val="000000"/>
                </a:solidFill>
              </a:rPr>
              <a:t>JD134 一山更比</a:t>
            </a:r>
          </a:p>
          <a:p>
            <a:r>
              <a:rPr sz="1600">
                <a:solidFill>
                  <a:srgbClr val="000000"/>
                </a:solidFill>
              </a:rPr>
              <a:t>JD138 合帮并派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掌握核心概念</a:t>
            </a:r>
          </a:p>
          <a:p>
            <a:r>
              <a:rPr sz="1600">
                <a:solidFill>
                  <a:srgbClr val="000000"/>
                </a:solidFill>
              </a:rPr>
              <a:t>多做练习</a:t>
            </a:r>
          </a:p>
          <a:p>
            <a:r>
              <a:rPr sz="1600">
                <a:solidFill>
                  <a:srgbClr val="000000"/>
                </a:solidFill>
              </a:rPr>
              <a:t>注意边界条件</a:t>
            </a:r>
          </a:p>
          <a:p>
            <a:r>
              <a:rPr sz="1600">
                <a:solidFill>
                  <a:srgbClr val="000000"/>
                </a:solidFill>
              </a:rPr>
              <a:t>理解算法思想而非死记代码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