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第12章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单调栈：维护单调递增/递减的栈，O(n)</a:t>
            </a:r>
          </a:p>
          <a:p>
            <a:r>
              <a:rPr sz="1400">
                <a:solidFill>
                  <a:srgbClr val="000000"/>
                </a:solidFill>
              </a:rPr>
              <a:t>单调队列：滑动窗口最大/最小值，O(n)</a:t>
            </a:r>
          </a:p>
          <a:p>
            <a:r>
              <a:rPr sz="1400">
                <a:solidFill>
                  <a:srgbClr val="000000"/>
                </a:solidFill>
              </a:rPr>
              <a:t>KMP：next数组，匹配时利用最长前后缀</a:t>
            </a:r>
          </a:p>
          <a:p>
            <a:r>
              <a:rPr sz="1400">
                <a:solidFill>
                  <a:srgbClr val="000000"/>
                </a:solidFill>
              </a:rPr>
              <a:t>并查集：合并集合+查询连通，路径压缩+按秩合并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// 并查集
int find(int x) {
    if (p[x] != x) p[x] = find(p[x]);
    return p[x];
}
void merge(int a, int b) {
    p[find(a)] = find(b);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# 并查集
def find(x):
    if p[x] != x:
        p[x] = find(p[x])
    return p[x]
def merge(a, b):
    p[find(a)] = find(b)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单调栈忘记处理栈空的情况</a:t>
            </a:r>
          </a:p>
          <a:p>
            <a:r>
              <a:rPr sz="1400">
                <a:solidFill>
                  <a:srgbClr val="000000"/>
                </a:solidFill>
              </a:rPr>
              <a:t>KMP的next数组初始化：next[0]=-1</a:t>
            </a:r>
          </a:p>
          <a:p>
            <a:r>
              <a:rPr sz="1400">
                <a:solidFill>
                  <a:srgbClr val="000000"/>
                </a:solidFill>
              </a:rPr>
              <a:t>堆的下标从1还是0开始？C++STL从0，手写从1</a:t>
            </a:r>
          </a:p>
          <a:p>
            <a:r>
              <a:rPr sz="1400">
                <a:solidFill>
                  <a:srgbClr val="000000"/>
                </a:solidFill>
              </a:rPr>
              <a:t>并查集路径压缩必须在find中做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JD130 铁链串珠 - 单链表 (Easy)</a:t>
            </a:r>
          </a:p>
          <a:p>
            <a:r>
              <a:rPr sz="1400">
                <a:solidFill>
                  <a:srgbClr val="000000"/>
                </a:solidFill>
              </a:rPr>
              <a:t>JD134 一山更比 - 单调栈 (Hard)</a:t>
            </a:r>
          </a:p>
          <a:p>
            <a:r>
              <a:rPr sz="1400">
                <a:solidFill>
                  <a:srgbClr val="000000"/>
                </a:solidFill>
              </a:rPr>
              <a:t>JD138 合帮并派 - 并查集 (Medium)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本章学习进阶数据结构——单调栈、单调队列、KMP、堆、并查集。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第12章 核心要点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• 单调栈：找第一个更大/更小元素</a:t>
            </a:r>
          </a:p>
          <a:p>
            <a:r>
              <a:rPr sz="1600">
                <a:solidFill>
                  <a:srgbClr val="000000"/>
                </a:solidFill>
              </a:rPr>
              <a:t>• 并查集：合并集合+查询连通</a:t>
            </a:r>
          </a:p>
          <a:p>
            <a:r>
              <a:rPr sz="1600">
                <a:solidFill>
                  <a:srgbClr val="000000"/>
                </a:solidFill>
              </a:rPr>
              <a:t>• KMP 的 next 数组</a:t>
            </a:r>
          </a:p>
          <a:p>
            <a:r>
              <a:rPr sz="1600">
                <a:solidFill>
                  <a:srgbClr val="000000"/>
                </a:solidFill>
              </a:rPr>
              <a:t>• 堆的插入和删除操作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