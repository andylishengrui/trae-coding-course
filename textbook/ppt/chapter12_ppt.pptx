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第12章 利器出鞘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进阶数据结构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单调栈的基本概念与应用</a:t>
            </a:r>
          </a:p>
          <a:p>
            <a:r>
              <a:rPr sz="1800"/>
              <a:t>• 单调队列的基本概念与应用</a:t>
            </a:r>
          </a:p>
          <a:p>
            <a:r>
              <a:rPr sz="1800"/>
              <a:t>• KMP算法的基本概念与应用</a:t>
            </a:r>
          </a:p>
          <a:p>
            <a:r>
              <a:rPr sz="1800"/>
              <a:t>• 堆的基本概念与应用</a:t>
            </a:r>
          </a:p>
          <a:p>
            <a:r>
              <a:rPr sz="1800"/>
              <a:t>• 并查集的基本概念与应用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