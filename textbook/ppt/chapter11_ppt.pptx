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第11章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前缀和：s[i]=a[1]+...+a[i]，区间和=s[r]-s[l-1]</a:t>
            </a:r>
          </a:p>
          <a:p>
            <a:r>
              <a:rPr sz="1400">
                <a:solidFill>
                  <a:srgbClr val="000000"/>
                </a:solidFill>
              </a:rPr>
              <a:t>差分：区间加 O(1)，最后前缀和还原</a:t>
            </a:r>
          </a:p>
          <a:p>
            <a:r>
              <a:rPr sz="1400">
                <a:solidFill>
                  <a:srgbClr val="000000"/>
                </a:solidFill>
              </a:rPr>
              <a:t>二维前缀和：容斥原理</a:t>
            </a:r>
          </a:p>
          <a:p>
            <a:r>
              <a:rPr sz="1400">
                <a:solidFill>
                  <a:srgbClr val="000000"/>
                </a:solidFill>
              </a:rPr>
              <a:t>区间合并：按左端点排序，逐个合并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前缀和
int s[100001];
for (int i = 1; i &lt;= n; i++)
    s[i] = s[i-1] + a[i];
// 区间 [l,r] 的和
int sum = s[r] - s[l-1];
// 差分
int b[100001];
b[l] += c;
b[r+1] -= c;
// 最后前缀和还原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前缀和
s = [0] * (n+1)
for i in range(1, n+1):
    s[i] = s[i-1] + a[i]
# 区间 [l,r] 的和
total = s[r] - s[l-1]
# 差分
b = [0] * (n+2)
b[l] += c
b[r+1] -= 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前缀和下标从1开始（不是0）</a:t>
            </a:r>
          </a:p>
          <a:p>
            <a:r>
              <a:rPr sz="1400">
                <a:solidFill>
                  <a:srgbClr val="000000"/>
                </a:solidFill>
              </a:rPr>
              <a:t>差分还原后要再求一次前缀和</a:t>
            </a:r>
          </a:p>
          <a:p>
            <a:r>
              <a:rPr sz="1400">
                <a:solidFill>
                  <a:srgbClr val="000000"/>
                </a:solidFill>
              </a:rPr>
              <a:t>二维前缀和的容斥公式：s[x2][y2]-s[x1-1][y2]-s[x2][y1-1]+s[x1-1][y1-1]</a:t>
            </a:r>
          </a:p>
          <a:p>
            <a:r>
              <a:rPr sz="1400">
                <a:solidFill>
                  <a:srgbClr val="000000"/>
                </a:solidFill>
              </a:rPr>
              <a:t>区间合并：先排序再合并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JD121 离散聚力 - 离散化+前缀和 (Hard)</a:t>
            </a:r>
          </a:p>
          <a:p>
            <a:r>
              <a:rPr sz="1400">
                <a:solidFill>
                  <a:srgbClr val="000000"/>
                </a:solidFill>
              </a:rPr>
              <a:t>JD123 蓄势之术 - 一维前缀和 (Medium)</a:t>
            </a:r>
          </a:p>
          <a:p>
            <a:r>
              <a:rPr sz="1400">
                <a:solidFill>
                  <a:srgbClr val="000000"/>
                </a:solidFill>
              </a:rPr>
              <a:t>JD125 差分之术 - 一维差分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本章学习了第11章的核心概念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