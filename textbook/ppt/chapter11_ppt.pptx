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第11章 蓄势待发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前缀和、差分与双指针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一维前缀和的基本概念与应用</a:t>
            </a:r>
          </a:p>
          <a:p>
            <a:r>
              <a:rPr sz="1800"/>
              <a:t>• 二维前缀和的基本概念与应用</a:t>
            </a:r>
          </a:p>
          <a:p>
            <a:r>
              <a:rPr sz="1800"/>
              <a:t>• 差分数组的基本概念与应用</a:t>
            </a:r>
          </a:p>
          <a:p>
            <a:r>
              <a:rPr sz="1800"/>
              <a:t>• 区间合并的基本概念与应用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前缀和：s[i] = a[1]+...+a[i]，区间和 = s[r]-s[l-1]</a:t>
            </a:r>
          </a:p>
          <a:p>
            <a:r>
              <a:rPr sz="1600">
                <a:solidFill>
                  <a:srgbClr val="000000"/>
                </a:solidFill>
              </a:rPr>
              <a:t>差分：区间加操作 O(1)，最后前缀和还原</a:t>
            </a:r>
          </a:p>
          <a:p>
            <a:r>
              <a:rPr sz="1600">
                <a:solidFill>
                  <a:srgbClr val="000000"/>
                </a:solidFill>
              </a:rPr>
              <a:t>二维前缀和：容斥原理</a:t>
            </a:r>
          </a:p>
          <a:p>
            <a:r>
              <a:rPr sz="1600">
                <a:solidFill>
                  <a:srgbClr val="000000"/>
                </a:solidFill>
              </a:rPr>
              <a:t>区间合并：按左端点排序，逐个合并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int s[100001];
for (int i = 1; i &lt;= n; i++)
    s[i] = s[i-1] + a[i];
// 区间 [l,r] 的和
int sum = s[r] - s[l-1];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s = [0] * (n+1)
for i in range(1, n+1):
    s[i] = s[i-1] + a[i]
# 区间 [l,r] 的和
sum_val = s[r] - s[l-1]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前缀和下标从1开始</a:t>
            </a:r>
          </a:p>
          <a:p>
            <a:r>
              <a:rPr sz="1600">
                <a:solidFill>
                  <a:srgbClr val="000000"/>
                </a:solidFill>
              </a:rPr>
              <a:t>差分还原后要再求一次前缀和</a:t>
            </a:r>
          </a:p>
          <a:p>
            <a:r>
              <a:rPr sz="1600">
                <a:solidFill>
                  <a:srgbClr val="000000"/>
                </a:solidFill>
              </a:rPr>
              <a:t>二维前缀和的容斥公式记错</a:t>
            </a:r>
          </a:p>
          <a:p>
            <a:r>
              <a:rPr sz="1600">
                <a:solidFill>
                  <a:srgbClr val="000000"/>
                </a:solidFill>
              </a:rPr>
              <a:t>区间合并忘记排序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JD121 离散聚力</a:t>
            </a:r>
          </a:p>
          <a:p>
            <a:r>
              <a:rPr sz="1600">
                <a:solidFill>
                  <a:srgbClr val="000000"/>
                </a:solidFill>
              </a:rPr>
              <a:t>JD123 蓄势之术</a:t>
            </a:r>
          </a:p>
          <a:p>
            <a:r>
              <a:rPr sz="1600">
                <a:solidFill>
                  <a:srgbClr val="000000"/>
                </a:solidFill>
              </a:rPr>
              <a:t>JD125 差分之术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掌握核心概念</a:t>
            </a:r>
          </a:p>
          <a:p>
            <a:r>
              <a:rPr sz="1600">
                <a:solidFill>
                  <a:srgbClr val="000000"/>
                </a:solidFill>
              </a:rPr>
              <a:t>多做练习</a:t>
            </a:r>
          </a:p>
          <a:p>
            <a:r>
              <a:rPr sz="1600">
                <a:solidFill>
                  <a:srgbClr val="000000"/>
                </a:solidFill>
              </a:rPr>
              <a:t>注意边界条件</a:t>
            </a:r>
          </a:p>
          <a:p>
            <a:r>
              <a:rPr sz="1600">
                <a:solidFill>
                  <a:srgbClr val="000000"/>
                </a:solidFill>
              </a:rPr>
              <a:t>理解算法思想而非死记代码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