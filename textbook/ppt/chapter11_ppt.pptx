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第11章 蓄势待发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前缀和、差分与双指针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一维前缀和的基本概念与应用</a:t>
            </a:r>
          </a:p>
          <a:p>
            <a:r>
              <a:rPr sz="1800"/>
              <a:t>• 二维前缀和的基本概念与应用</a:t>
            </a:r>
          </a:p>
          <a:p>
            <a:r>
              <a:rPr sz="1800"/>
              <a:t>• 差分数组的基本概念与应用</a:t>
            </a:r>
          </a:p>
          <a:p>
            <a:r>
              <a:rPr sz="1800"/>
              <a:t>• 区间合并的基本概念与应用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