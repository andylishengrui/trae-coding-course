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8B0000"/>
                </a:solidFill>
              </a:rPr>
              <a:t>第14章 千里奔袭</a:t>
            </a:r>
          </a:p>
          <a:p>
            <a:pPr algn="ctr"/>
            <a:r>
              <a:rPr sz="2400">
                <a:solidFill>
                  <a:srgbClr val="6B5D4D"/>
                </a:solidFill>
              </a:rPr>
              <a:t>最短路与生成树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8B0000"/>
                </a:solidFill>
              </a:rPr>
              <a:t>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/>
              <a:t>• Dijkstra的基本概念与应用</a:t>
            </a:r>
          </a:p>
          <a:p>
            <a:r>
              <a:rPr sz="1800"/>
              <a:t>• SPFA的基本概念与应用</a:t>
            </a:r>
          </a:p>
          <a:p>
            <a:r>
              <a:rPr sz="1800"/>
              <a:t>• Floyd的基本概念与应用</a:t>
            </a:r>
          </a:p>
          <a:p>
            <a:r>
              <a:rPr sz="1800"/>
              <a:t>• Kruskal的基本概念与应用</a:t>
            </a:r>
          </a:p>
          <a:p>
            <a:r>
              <a:rPr sz="1800"/>
              <a:t>• 拓扑排序的基本概念与应用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