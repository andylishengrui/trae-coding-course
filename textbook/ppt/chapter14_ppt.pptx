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第14章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Dijkstra：非负权图最短路，O(n²)或O(mlogn)</a:t>
            </a:r>
          </a:p>
          <a:p>
            <a:r>
              <a:rPr sz="1400">
                <a:solidFill>
                  <a:srgbClr val="000000"/>
                </a:solidFill>
              </a:rPr>
              <a:t>SPFA：可处理负权边，最坏O(nm)</a:t>
            </a:r>
          </a:p>
          <a:p>
            <a:r>
              <a:rPr sz="1400">
                <a:solidFill>
                  <a:srgbClr val="000000"/>
                </a:solidFill>
              </a:rPr>
              <a:t>Floyd：多源最短路，O(n³)，三重循环</a:t>
            </a:r>
          </a:p>
          <a:p>
            <a:r>
              <a:rPr sz="1400">
                <a:solidFill>
                  <a:srgbClr val="000000"/>
                </a:solidFill>
              </a:rPr>
              <a:t>Kruskal：最小生成树，按边权排序+并查集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// Floyd 全源最短路
for (int k = 1; k &lt;= n; k++)
    for (int i = 1; i &lt;= n; i++)
        for (int j = 1; j &lt;= n; j++)
            d[i][j] = min(d[i][j], d[i][k] + d[k][j]);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# Floyd 全源最短路
for k in range(1, n+1):
    for i in range(1, n+1):
        for j in range(1, n+1):
            d[i][j] = min(d[i][j], d[i][k] + d[k][j])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Dijkstra不能处理负权边（结果会错）</a:t>
            </a:r>
          </a:p>
          <a:p>
            <a:r>
              <a:rPr sz="1400">
                <a:solidFill>
                  <a:srgbClr val="000000"/>
                </a:solidFill>
              </a:rPr>
              <a:t>SPFA最坏O(nm)，可能被卡</a:t>
            </a:r>
          </a:p>
          <a:p>
            <a:r>
              <a:rPr sz="1400">
                <a:solidFill>
                  <a:srgbClr val="000000"/>
                </a:solidFill>
              </a:rPr>
              <a:t>Floyd循环顺序是 k-i-j（k在最外层）</a:t>
            </a:r>
          </a:p>
          <a:p>
            <a:r>
              <a:rPr sz="1400">
                <a:solidFill>
                  <a:srgbClr val="000000"/>
                </a:solidFill>
              </a:rPr>
              <a:t>Kruskal需要并查集判环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JD147 拓扑之序 - 拓扑排序 (Medium)</a:t>
            </a:r>
          </a:p>
          <a:p>
            <a:r>
              <a:rPr sz="1400">
                <a:solidFill>
                  <a:srgbClr val="000000"/>
                </a:solidFill>
              </a:rPr>
              <a:t>JD148 近者先行 - Dijkstra (Hard)</a:t>
            </a:r>
          </a:p>
          <a:p>
            <a:r>
              <a:rPr sz="1400">
                <a:solidFill>
                  <a:srgbClr val="000000"/>
                </a:solidFill>
              </a:rPr>
              <a:t>JD152 蔓延成网 - 最小生成树 (Medium)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本章学习了第14章的核心概念</a:t>
            </a:r>
          </a:p>
          <a:p>
            <a:r>
              <a:rPr sz="1400">
                <a:solidFill>
                  <a:srgbClr val="000000"/>
                </a:solidFill>
              </a:rPr>
              <a:t>多做练习是掌握算法的关键</a:t>
            </a:r>
          </a:p>
          <a:p>
            <a:r>
              <a:rPr sz="1400">
                <a:solidFill>
                  <a:srgbClr val="000000"/>
                </a:solidFill>
              </a:rPr>
              <a:t>理解算法思想比死记代码更重要</a:t>
            </a:r>
          </a:p>
          <a:p>
            <a:r>
              <a:rPr sz="1400">
                <a:solidFill>
                  <a:srgbClr val="000000"/>
                </a:solidFill>
              </a:rPr>
              <a:t>遇到问题先画图、再想算法、最后写代码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