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第14章 千里奔袭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最短路与生成树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Dijkstra的基本概念与应用</a:t>
            </a:r>
          </a:p>
          <a:p>
            <a:r>
              <a:rPr sz="1800"/>
              <a:t>• SPFA的基本概念与应用</a:t>
            </a:r>
          </a:p>
          <a:p>
            <a:r>
              <a:rPr sz="1800"/>
              <a:t>• Floyd的基本概念与应用</a:t>
            </a:r>
          </a:p>
          <a:p>
            <a:r>
              <a:rPr sz="1800"/>
              <a:t>• Kruskal的基本概念与应用</a:t>
            </a:r>
          </a:p>
          <a:p>
            <a:r>
              <a:rPr sz="1800"/>
              <a:t>• 拓扑排序的基本概念与应用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Dijkstra：非负权图最短路，O(n²)或O(mlogn)</a:t>
            </a:r>
          </a:p>
          <a:p>
            <a:r>
              <a:rPr sz="1600">
                <a:solidFill>
                  <a:srgbClr val="000000"/>
                </a:solidFill>
              </a:rPr>
              <a:t>SPFA：可处理负权边</a:t>
            </a:r>
          </a:p>
          <a:p>
            <a:r>
              <a:rPr sz="1600">
                <a:solidFill>
                  <a:srgbClr val="000000"/>
                </a:solidFill>
              </a:rPr>
              <a:t>Floyd：多源最短路，O(n³)</a:t>
            </a:r>
          </a:p>
          <a:p>
            <a:r>
              <a:rPr sz="1600">
                <a:solidFill>
                  <a:srgbClr val="000000"/>
                </a:solidFill>
              </a:rPr>
              <a:t>Kruskal：最小生成树，按边权排序+并查集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void dijkstra(int s) {
    memset(dist, 0x3f, sizeof dist);
    dist[s] = 0;
    for (int i = 0; i &lt; n; i++) {
        int t = -1;
        for (int j = 1; j &lt;= n; j++)
            if (!vis[j] &amp;&amp; (t==-1 || dist[j]&lt;dist[t])) t=j;
        vis[t] = true;
        for (int j = 1; j &lt;= n; j++)
            dist[j] = min(dist[j], dist[t] + g[t][j]);
    }
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import heapq
def dijkstra(s):
    dist = [float('inf')] * (n+1)
    dist[s] = 0
    heap = [(0, s)]
    while heap:
        d, u = heapq.heappop(heap)
        if d &gt; dist[u]: continue
        for v, w in graph[u]:
            if dist[v] &gt; d + w:
                dist[v] = d + w
                heapq.heappush(heap, (dist[v], v))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Dijkstra不能处理负权边</a:t>
            </a:r>
          </a:p>
          <a:p>
            <a:r>
              <a:rPr sz="1600">
                <a:solidFill>
                  <a:srgbClr val="000000"/>
                </a:solidFill>
              </a:rPr>
              <a:t>SPFA可能被卡O(nm)</a:t>
            </a:r>
          </a:p>
          <a:p>
            <a:r>
              <a:rPr sz="1600">
                <a:solidFill>
                  <a:srgbClr val="000000"/>
                </a:solidFill>
              </a:rPr>
              <a:t>Floyd循环顺序是k-i-j</a:t>
            </a:r>
          </a:p>
          <a:p>
            <a:r>
              <a:rPr sz="1600">
                <a:solidFill>
                  <a:srgbClr val="000000"/>
                </a:solidFill>
              </a:rPr>
              <a:t>Kruskal需要并查集判环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JD147 拓扑之序</a:t>
            </a:r>
          </a:p>
          <a:p>
            <a:r>
              <a:rPr sz="1600">
                <a:solidFill>
                  <a:srgbClr val="000000"/>
                </a:solidFill>
              </a:rPr>
              <a:t>JD148 近者先行</a:t>
            </a:r>
          </a:p>
          <a:p>
            <a:r>
              <a:rPr sz="1600">
                <a:solidFill>
                  <a:srgbClr val="000000"/>
                </a:solidFill>
              </a:rPr>
              <a:t>JD152 蔓延成网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掌握核心概念</a:t>
            </a:r>
          </a:p>
          <a:p>
            <a:r>
              <a:rPr sz="1600">
                <a:solidFill>
                  <a:srgbClr val="000000"/>
                </a:solidFill>
              </a:rPr>
              <a:t>多做练习</a:t>
            </a:r>
          </a:p>
          <a:p>
            <a:r>
              <a:rPr sz="1600">
                <a:solidFill>
                  <a:srgbClr val="000000"/>
                </a:solidFill>
              </a:rPr>
              <a:t>注意边界条件</a:t>
            </a:r>
          </a:p>
          <a:p>
            <a:r>
              <a:rPr sz="1600">
                <a:solidFill>
                  <a:srgbClr val="000000"/>
                </a:solidFill>
              </a:rPr>
              <a:t>理解算法思想而非死记代码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