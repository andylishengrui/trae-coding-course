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第4章 排兵布阵</a:t>
            </a:r>
          </a:p>
          <a:p>
            <a:pPr algn="ctr"/>
            <a:r>
              <a:rPr sz="2400">
                <a:solidFill>
                  <a:srgbClr val="6B5D4D"/>
                </a:solidFill>
              </a:rPr>
              <a:t>数组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/>
              <a:t>• 数组声明与访问的基本概念与应用</a:t>
            </a:r>
          </a:p>
          <a:p>
            <a:r>
              <a:rPr sz="1800"/>
              <a:t>• 遍历与修改的基本概念与应用</a:t>
            </a:r>
          </a:p>
          <a:p>
            <a:r>
              <a:rPr sz="1800"/>
              <a:t>• 斐波那契数列的基本概念与应用</a:t>
            </a:r>
          </a:p>
          <a:p>
            <a:r>
              <a:rPr sz="1800"/>
              <a:t>• 排序基础的基本概念与应用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