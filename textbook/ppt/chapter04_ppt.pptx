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第4章 排兵布阵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数组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数组声明与访问的基本概念与应用</a:t>
            </a:r>
          </a:p>
          <a:p>
            <a:r>
              <a:rPr sz="1800"/>
              <a:t>• 遍历与修改的基本概念与应用</a:t>
            </a:r>
          </a:p>
          <a:p>
            <a:r>
              <a:rPr sz="1800"/>
              <a:t>• 斐波那契数列的基本概念与应用</a:t>
            </a:r>
          </a:p>
          <a:p>
            <a:r>
              <a:rPr sz="1800"/>
              <a:t>• 排序基础的基本概念与应用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数组 = 一排连续的盒子</a:t>
            </a:r>
          </a:p>
          <a:p>
            <a:r>
              <a:rPr sz="1600">
                <a:solidFill>
                  <a:srgbClr val="000000"/>
                </a:solidFill>
              </a:rPr>
              <a:t>下标从0开始（C++/Python）</a:t>
            </a:r>
          </a:p>
          <a:p>
            <a:r>
              <a:rPr sz="1600">
                <a:solidFill>
                  <a:srgbClr val="000000"/>
                </a:solidFill>
              </a:rPr>
              <a:t>遍历：for(i=0;i&lt;n;i++)访问每个元素</a:t>
            </a:r>
          </a:p>
          <a:p>
            <a:r>
              <a:rPr sz="1600">
                <a:solidFill>
                  <a:srgbClr val="000000"/>
                </a:solidFill>
              </a:rPr>
              <a:t>常见操作：求和、找最值、排序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a[100];
for (int i = 0; i &lt; n; i++) cin &gt;&gt; a[i];
sort(a, a+n);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a = list(map(int, input().split()))
a.sort()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数组越界：a[n]是非法访问</a:t>
            </a:r>
          </a:p>
          <a:p>
            <a:r>
              <a:rPr sz="1600">
                <a:solidFill>
                  <a:srgbClr val="000000"/>
                </a:solidFill>
              </a:rPr>
              <a:t>忘记初始化数组</a:t>
            </a:r>
          </a:p>
          <a:p>
            <a:r>
              <a:rPr sz="1600">
                <a:solidFill>
                  <a:srgbClr val="000000"/>
                </a:solidFill>
              </a:rPr>
              <a:t>Python列表和C++数组的区别</a:t>
            </a:r>
          </a:p>
          <a:p>
            <a:r>
              <a:rPr sz="1600">
                <a:solidFill>
                  <a:srgbClr val="000000"/>
                </a:solidFill>
              </a:rPr>
              <a:t>sort()是原地排序，sorted()返回新列表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JD043 正剑除邪</a:t>
            </a:r>
          </a:p>
          <a:p>
            <a:r>
              <a:rPr sz="1600">
                <a:solidFill>
                  <a:srgbClr val="000000"/>
                </a:solidFill>
              </a:rPr>
              <a:t>JD047 剑锋所指</a:t>
            </a:r>
          </a:p>
          <a:p>
            <a:r>
              <a:rPr sz="1600">
                <a:solidFill>
                  <a:srgbClr val="000000"/>
                </a:solidFill>
              </a:rPr>
              <a:t>JD050 列阵求和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