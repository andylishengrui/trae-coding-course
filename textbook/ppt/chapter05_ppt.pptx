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第5章 十二宫剑阵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二维数组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二维数组声明的基本概念与应用</a:t>
            </a:r>
          </a:p>
          <a:p>
            <a:r>
              <a:rPr sz="1800"/>
              <a:t>• 矩阵遍历的基本概念与应用</a:t>
            </a:r>
          </a:p>
          <a:p>
            <a:r>
              <a:rPr sz="1800"/>
              <a:t>• 方向数组的基本概念与应用</a:t>
            </a:r>
          </a:p>
          <a:p>
            <a:r>
              <a:rPr sz="1800"/>
              <a:t>• 蛇形矩阵的基本概念与应用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二维数组 = 矩阵 = 行×列的格子</a:t>
            </a:r>
          </a:p>
          <a:p>
            <a:r>
              <a:rPr sz="1600">
                <a:solidFill>
                  <a:srgbClr val="000000"/>
                </a:solidFill>
              </a:rPr>
              <a:t>a[i][j] 访问第i行第j列</a:t>
            </a:r>
          </a:p>
          <a:p>
            <a:r>
              <a:rPr sz="1600">
                <a:solidFill>
                  <a:srgbClr val="000000"/>
                </a:solidFill>
              </a:rPr>
              <a:t>矩阵遍历：双重循环</a:t>
            </a:r>
          </a:p>
          <a:p>
            <a:r>
              <a:rPr sz="1600">
                <a:solidFill>
                  <a:srgbClr val="000000"/>
                </a:solidFill>
              </a:rPr>
              <a:t>方向数组：上下左右移动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int a[12][12];
for (int i = 0; i &lt; 12; i++)
  for (int j = 0; j &lt; 12; j++)
    cin &gt;&gt; a[i][j];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a = []
for i in range(12):
    row = list(map(float, input().split()))
    a.append(row)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行号和列号搞混</a:t>
            </a:r>
          </a:p>
          <a:p>
            <a:r>
              <a:rPr sz="1600">
                <a:solidFill>
                  <a:srgbClr val="000000"/>
                </a:solidFill>
              </a:rPr>
              <a:t>矩阵下标从0还是1开始</a:t>
            </a:r>
          </a:p>
          <a:p>
            <a:r>
              <a:rPr sz="1600">
                <a:solidFill>
                  <a:srgbClr val="000000"/>
                </a:solidFill>
              </a:rPr>
              <a:t>行末空格问题</a:t>
            </a:r>
          </a:p>
          <a:p>
            <a:r>
              <a:rPr sz="1600">
                <a:solidFill>
                  <a:srgbClr val="000000"/>
                </a:solidFill>
              </a:rPr>
              <a:t>大矩阵初始化慢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JD055 上方剑域</a:t>
            </a:r>
          </a:p>
          <a:p>
            <a:r>
              <a:rPr sz="1600">
                <a:solidFill>
                  <a:srgbClr val="000000"/>
                </a:solidFill>
              </a:rPr>
              <a:t>JD063 方圆初阵</a:t>
            </a:r>
          </a:p>
          <a:p>
            <a:r>
              <a:rPr sz="1600">
                <a:solidFill>
                  <a:srgbClr val="000000"/>
                </a:solidFill>
              </a:rPr>
              <a:t>JD066 蛇形剑阵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掌握核心概念</a:t>
            </a:r>
          </a:p>
          <a:p>
            <a:r>
              <a:rPr sz="1600">
                <a:solidFill>
                  <a:srgbClr val="000000"/>
                </a:solidFill>
              </a:rPr>
              <a:t>多做练习</a:t>
            </a:r>
          </a:p>
          <a:p>
            <a:r>
              <a:rPr sz="1600">
                <a:solidFill>
                  <a:srgbClr val="000000"/>
                </a:solidFill>
              </a:rPr>
              <a:t>注意边界条件</a:t>
            </a:r>
          </a:p>
          <a:p>
            <a:r>
              <a:rPr sz="1600">
                <a:solidFill>
                  <a:srgbClr val="000000"/>
                </a:solidFill>
              </a:rPr>
              <a:t>理解算法思想而非死记代码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