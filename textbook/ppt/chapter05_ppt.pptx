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二维数组 = 矩阵 = 行×列的格子</a:t>
            </a:r>
          </a:p>
          <a:p>
            <a:r>
              <a:rPr sz="1400">
                <a:solidFill>
                  <a:srgbClr val="000000"/>
                </a:solidFill>
              </a:rPr>
              <a:t>a[i][j]：第 i 行第 j 列（都从0开始）</a:t>
            </a:r>
          </a:p>
          <a:p>
            <a:r>
              <a:rPr sz="1400">
                <a:solidFill>
                  <a:srgbClr val="000000"/>
                </a:solidFill>
              </a:rPr>
              <a:t>矩阵遍历：双重循环，外层行内层列</a:t>
            </a:r>
          </a:p>
          <a:p>
            <a:r>
              <a:rPr sz="1400">
                <a:solidFill>
                  <a:srgbClr val="000000"/>
                </a:solidFill>
              </a:rPr>
              <a:t>方向数组：上下左右移动的坐标增量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a[12][12];
for (int i = 0; i &lt; 12; i++)
    for (int j = 0; j &lt; 12; j++)
        cin &gt;&gt; a[i][j];
// 方向数组
int dx[] = {0,1,0,-1};
int dy[] = {1,0,-1,0};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 = []
for i in range(12):
    row = list(map(float, input().split()))
    a.append(row)
# 方向数组
dx = [0, 1, 0, -1]
dy = [1, 0, -1, 0]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行号和列号搞混：a[row][col]</a:t>
            </a:r>
          </a:p>
          <a:p>
            <a:r>
              <a:rPr sz="1400">
                <a:solidFill>
                  <a:srgbClr val="000000"/>
                </a:solidFill>
              </a:rPr>
              <a:t>矩阵下标从0还是1开始？看题目要求</a:t>
            </a:r>
          </a:p>
          <a:p>
            <a:r>
              <a:rPr sz="1400">
                <a:solidFill>
                  <a:srgbClr val="000000"/>
                </a:solidFill>
              </a:rPr>
              <a:t>行末空格问题：有些OJ要求行末无空格</a:t>
            </a:r>
          </a:p>
          <a:p>
            <a:r>
              <a:rPr sz="1400">
                <a:solidFill>
                  <a:srgbClr val="000000"/>
                </a:solidFill>
              </a:rPr>
              <a:t>大矩阵初始化慢，考虑用全局数组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JD055 上方剑域 - 区域求和 (Medium)</a:t>
            </a:r>
          </a:p>
          <a:p>
            <a:r>
              <a:rPr sz="1400">
                <a:solidFill>
                  <a:srgbClr val="000000"/>
                </a:solidFill>
              </a:rPr>
              <a:t>JD063 方圆初阵 - 回字矩阵 (Medium)</a:t>
            </a:r>
          </a:p>
          <a:p>
            <a:r>
              <a:rPr sz="1400">
                <a:solidFill>
                  <a:srgbClr val="000000"/>
                </a:solidFill>
              </a:rPr>
              <a:t>JD066 蛇形剑阵 - 蛇形遍历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本章学习了第5章的核心概念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