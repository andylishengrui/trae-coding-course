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第7章 以招创招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函数与递归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函数定义与调用的基本概念与应用</a:t>
            </a:r>
          </a:p>
          <a:p>
            <a:r>
              <a:rPr sz="1800"/>
              <a:t>• 参数传递的基本概念与应用</a:t>
            </a:r>
          </a:p>
          <a:p>
            <a:r>
              <a:rPr sz="1800"/>
              <a:t>• 递归三要素的基本概念与应用</a:t>
            </a:r>
          </a:p>
          <a:p>
            <a:r>
              <a:rPr sz="1800"/>
              <a:t>• 回溯基础的基本概念与应用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函数 = 封装一段可复用的代码</a:t>
            </a:r>
          </a:p>
          <a:p>
            <a:r>
              <a:rPr sz="1600">
                <a:solidFill>
                  <a:srgbClr val="000000"/>
                </a:solidFill>
              </a:rPr>
              <a:t>参数传递：值传递 vs 引用传递</a:t>
            </a:r>
          </a:p>
          <a:p>
            <a:r>
              <a:rPr sz="1600">
                <a:solidFill>
                  <a:srgbClr val="000000"/>
                </a:solidFill>
              </a:rPr>
              <a:t>递归 = 函数调用自己</a:t>
            </a:r>
          </a:p>
          <a:p>
            <a:r>
              <a:rPr sz="1600">
                <a:solidFill>
                  <a:srgbClr val="000000"/>
                </a:solidFill>
              </a:rPr>
              <a:t>递归三要素：基线条件、递推关系、缩小规模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gcd(int a, int b) {
    if (b == 0) return a;
    return gcd(b, a % b);
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def gcd(a, b):
    if b == 0:
        return a
    return gcd(b, a % 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递归没有基线条件→栈溢出</a:t>
            </a:r>
          </a:p>
          <a:p>
            <a:r>
              <a:rPr sz="1600">
                <a:solidFill>
                  <a:srgbClr val="000000"/>
                </a:solidFill>
              </a:rPr>
              <a:t>忘记return返回值</a:t>
            </a:r>
          </a:p>
          <a:p>
            <a:r>
              <a:rPr sz="1600">
                <a:solidFill>
                  <a:srgbClr val="000000"/>
                </a:solidFill>
              </a:rPr>
              <a:t>C++引用参数用&amp;，Python不需要</a:t>
            </a:r>
          </a:p>
          <a:p>
            <a:r>
              <a:rPr sz="1600">
                <a:solidFill>
                  <a:srgbClr val="000000"/>
                </a:solidFill>
              </a:rPr>
              <a:t>递归效率低，考虑记忆化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JD081 初窥阶乘</a:t>
            </a:r>
          </a:p>
          <a:p>
            <a:r>
              <a:rPr sz="1600">
                <a:solidFill>
                  <a:srgbClr val="000000"/>
                </a:solidFill>
              </a:rPr>
              <a:t>JD085 辗转相除</a:t>
            </a:r>
          </a:p>
          <a:p>
            <a:r>
              <a:rPr sz="1600">
                <a:solidFill>
                  <a:srgbClr val="000000"/>
                </a:solidFill>
              </a:rPr>
              <a:t>JD093 登阶问道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