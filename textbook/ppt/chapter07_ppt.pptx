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第7章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函数 = 封装一段可复用的代码块</a:t>
            </a:r>
          </a:p>
          <a:p>
            <a:r>
              <a:rPr sz="1400">
                <a:solidFill>
                  <a:srgbClr val="000000"/>
                </a:solidFill>
              </a:rPr>
              <a:t>参数：传值 vs 传引用（C++）/ Python 都是传引用</a:t>
            </a:r>
          </a:p>
          <a:p>
            <a:r>
              <a:rPr sz="1400">
                <a:solidFill>
                  <a:srgbClr val="000000"/>
                </a:solidFill>
              </a:rPr>
              <a:t>递归 = 函数调用自己</a:t>
            </a:r>
          </a:p>
          <a:p>
            <a:r>
              <a:rPr sz="1400">
                <a:solidFill>
                  <a:srgbClr val="000000"/>
                </a:solidFill>
              </a:rPr>
              <a:t>递归三要素：基线条件、递推关系、缩小规模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// 辗转相除法求GCD
int gcd(int a, int b) {
    if (b == 0) return a;
    return gcd(b, a % b);
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# 辗转相除法求GCD
def gcd(a, b):
    if b == 0:
        return a
    return gcd(b, a %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递归没有基线条件 → 栈溢出</a:t>
            </a:r>
          </a:p>
          <a:p>
            <a:r>
              <a:rPr sz="1400">
                <a:solidFill>
                  <a:srgbClr val="000000"/>
                </a:solidFill>
              </a:rPr>
              <a:t>忘记 return 返回值</a:t>
            </a:r>
          </a:p>
          <a:p>
            <a:r>
              <a:rPr sz="1400">
                <a:solidFill>
                  <a:srgbClr val="000000"/>
                </a:solidFill>
              </a:rPr>
              <a:t>C++引用参数用 &amp;，Python不需要</a:t>
            </a:r>
          </a:p>
          <a:p>
            <a:r>
              <a:rPr sz="1400">
                <a:solidFill>
                  <a:srgbClr val="000000"/>
                </a:solidFill>
              </a:rPr>
              <a:t>递归效率低，考虑记忆化（@lru_cache）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JD081 初窥阶乘 - 阶乘函数 (Easy)</a:t>
            </a:r>
          </a:p>
          <a:p>
            <a:r>
              <a:rPr sz="1400">
                <a:solidFill>
                  <a:srgbClr val="000000"/>
                </a:solidFill>
              </a:rPr>
              <a:t>JD085 辗转相除 - GCD (Medium)</a:t>
            </a:r>
          </a:p>
          <a:p>
            <a:r>
              <a:rPr sz="1400">
                <a:solidFill>
                  <a:srgbClr val="000000"/>
                </a:solidFill>
              </a:rPr>
              <a:t>JD093 登阶问道 - 台阶问题 (Medium)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本章学习函数封装和递归——将重复逻辑封装成函数，用递归解决分治问题。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第7章 核心要点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• 函数的定义、调用和返回值</a:t>
            </a:r>
          </a:p>
          <a:p>
            <a:r>
              <a:rPr sz="1600">
                <a:solidFill>
                  <a:srgbClr val="000000"/>
                </a:solidFill>
              </a:rPr>
              <a:t>• 参数传递：值传递 vs 引用传递</a:t>
            </a:r>
          </a:p>
          <a:p>
            <a:r>
              <a:rPr sz="1600">
                <a:solidFill>
                  <a:srgbClr val="000000"/>
                </a:solidFill>
              </a:rPr>
              <a:t>• 递归三要素：基线、递推、缩小</a:t>
            </a:r>
          </a:p>
          <a:p>
            <a:r>
              <a:rPr sz="1600">
                <a:solidFill>
                  <a:srgbClr val="000000"/>
                </a:solidFill>
              </a:rPr>
              <a:t>• 递归 vs 迭代的选择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