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第7章 以招创招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函数与递归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函数定义与调用的基本概念与应用</a:t>
            </a:r>
          </a:p>
          <a:p>
            <a:r>
              <a:rPr sz="1800"/>
              <a:t>• 参数传递的基本概念与应用</a:t>
            </a:r>
          </a:p>
          <a:p>
            <a:r>
              <a:rPr sz="1800"/>
              <a:t>• 递归三要素的基本概念与应用</a:t>
            </a:r>
          </a:p>
          <a:p>
            <a:r>
              <a:rPr sz="1800"/>
              <a:t>• 回溯基础的基本概念与应用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