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第13章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DFS：深度优先，用栈/递归实现</a:t>
            </a:r>
          </a:p>
          <a:p>
            <a:r>
              <a:rPr sz="1400">
                <a:solidFill>
                  <a:srgbClr val="000000"/>
                </a:solidFill>
              </a:rPr>
              <a:t>BFS：广度优先，用队列实现</a:t>
            </a:r>
          </a:p>
          <a:p>
            <a:r>
              <a:rPr sz="1400">
                <a:solidFill>
                  <a:srgbClr val="000000"/>
                </a:solidFill>
              </a:rPr>
              <a:t>回溯：选→递归→撤销，探索所有可能</a:t>
            </a:r>
          </a:p>
          <a:p>
            <a:r>
              <a:rPr sz="1400">
                <a:solidFill>
                  <a:srgbClr val="000000"/>
                </a:solidFill>
              </a:rPr>
              <a:t>剪枝：提前终止无效分支，减少搜索量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// DFS全排列
void dfs(int depth) {
    if (depth == n) {
        for (int i = 0; i &lt; n; i++) cout &lt;&lt; path[i] &lt;&lt; ' ';
        cout &lt;&lt; endl;
        return;
    }
    for (int i = 1; i &lt;= n; i++) {
        if (!used[i]) {
            used[i] = true;
            path[depth] = i;
            dfs(depth + 1);
            used[i] = false;  // 回溯
        }
    }
}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# DFS全排列
def dfs(depth):
    if depth == n:
        print(' '.join(map(str, path)))
        return
    for i in range(1, n+1):
        if not used[i]:
            used[i] = True
            path[depth] = i
            dfs(depth + 1)
            used[i] = False  # 回溯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DFS忘记回溯（used[i]=false）</a:t>
            </a:r>
          </a:p>
          <a:p>
            <a:r>
              <a:rPr sz="1400">
                <a:solidFill>
                  <a:srgbClr val="000000"/>
                </a:solidFill>
              </a:rPr>
              <a:t>BFS忘记标记已访问（可能重复入队）</a:t>
            </a:r>
          </a:p>
          <a:p>
            <a:r>
              <a:rPr sz="1400">
                <a:solidFill>
                  <a:srgbClr val="000000"/>
                </a:solidFill>
              </a:rPr>
              <a:t>状态空间太大需要剪枝</a:t>
            </a:r>
          </a:p>
          <a:p>
            <a:r>
              <a:rPr sz="1400">
                <a:solidFill>
                  <a:srgbClr val="000000"/>
                </a:solidFill>
              </a:rPr>
              <a:t>Python递归深度限制，默认1000层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JD141 雾中排阵 - 全排列 (Medium)</a:t>
            </a:r>
          </a:p>
          <a:p>
            <a:r>
              <a:rPr sz="1400">
                <a:solidFill>
                  <a:srgbClr val="000000"/>
                </a:solidFill>
              </a:rPr>
              <a:t>JD142 棋盘布后 - N皇后 (Hard)</a:t>
            </a:r>
          </a:p>
          <a:p>
            <a:r>
              <a:rPr sz="1400">
                <a:solidFill>
                  <a:srgbClr val="000000"/>
                </a:solidFill>
              </a:rPr>
              <a:t>JD143 迷宫寻路 - BFS最短路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  <a:p>
            <a:r>
              <a:rPr sz="1400">
                <a:solidFill>
                  <a:srgbClr val="000000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本章学习搜索和回溯——DFS、BFS是图搜索的基础，回溯是枚举的利器。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第13章 核心要点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• DFS：深度优先，用栈/递归</a:t>
            </a:r>
          </a:p>
          <a:p>
            <a:r>
              <a:rPr sz="1600">
                <a:solidFill>
                  <a:srgbClr val="000000"/>
                </a:solidFill>
              </a:rPr>
              <a:t>• BFS：广度优先，用队列</a:t>
            </a:r>
          </a:p>
          <a:p>
            <a:r>
              <a:rPr sz="1600">
                <a:solidFill>
                  <a:srgbClr val="000000"/>
                </a:solidFill>
              </a:rPr>
              <a:t>• 回溯：选→递归→撤销</a:t>
            </a:r>
          </a:p>
          <a:p>
            <a:r>
              <a:rPr sz="1600">
                <a:solidFill>
                  <a:srgbClr val="000000"/>
                </a:solidFill>
              </a:rPr>
              <a:t>• 剪枝：提前终止无效分支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