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第13章 迷雾寻踪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搜索与回溯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DFS深度优先的基本概念与应用</a:t>
            </a:r>
          </a:p>
          <a:p>
            <a:r>
              <a:rPr sz="1800"/>
              <a:t>• BFS广度优先的基本概念与应用</a:t>
            </a:r>
          </a:p>
          <a:p>
            <a:r>
              <a:rPr sz="1800"/>
              <a:t>• 回溯框架的基本概念与应用</a:t>
            </a:r>
          </a:p>
          <a:p>
            <a:r>
              <a:rPr sz="1800"/>
              <a:t>• 剪枝优化的基本概念与应用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