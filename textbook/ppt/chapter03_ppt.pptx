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第3章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for 循环：知道循环次数时用</a:t>
            </a:r>
          </a:p>
          <a:p>
            <a:r>
              <a:rPr sz="1400">
                <a:solidFill>
                  <a:srgbClr val="000000"/>
                </a:solidFill>
              </a:rPr>
              <a:t>while 循环：不知道循环次数时用</a:t>
            </a:r>
          </a:p>
          <a:p>
            <a:r>
              <a:rPr sz="1400">
                <a:solidFill>
                  <a:srgbClr val="000000"/>
                </a:solidFill>
              </a:rPr>
              <a:t>break 跳出整个循环，continue 跳过当前迭代</a:t>
            </a:r>
          </a:p>
          <a:p>
            <a:r>
              <a:rPr sz="1400">
                <a:solidFill>
                  <a:srgbClr val="000000"/>
                </a:solidFill>
              </a:rPr>
              <a:t>嵌套循环：循环里面套循环，内层先跑完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打印1到100中所有偶数
for (int i = 2; i &lt;= 100; i += 2) {
    cout &lt;&lt; i &lt;&lt; ' ';
}
cout &lt;&lt; endl;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打印1到100中所有偶数
for i in range(2, 101, 2):
    print(i, end=' ')
print()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for(i=0; i&lt;n; i++) 用&lt;，不是&lt;=（除非你真的想要n+1次）</a:t>
            </a:r>
          </a:p>
          <a:p>
            <a:r>
              <a:rPr sz="1400">
                <a:solidFill>
                  <a:srgbClr val="000000"/>
                </a:solidFill>
              </a:rPr>
              <a:t>while循环忘记更新条件 → 死循环</a:t>
            </a:r>
          </a:p>
          <a:p>
            <a:r>
              <a:rPr sz="1400">
                <a:solidFill>
                  <a:srgbClr val="000000"/>
                </a:solidFill>
              </a:rPr>
              <a:t>break只跳出最内层循环</a:t>
            </a:r>
          </a:p>
          <a:p>
            <a:r>
              <a:rPr sz="1400">
                <a:solidFill>
                  <a:srgbClr val="000000"/>
                </a:solidFill>
              </a:rPr>
              <a:t>Python range(1,n) 不含 n！range(1,n+1) 才含n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JD029 石砖偶数 - 打印偶数 (Easy)</a:t>
            </a:r>
          </a:p>
          <a:p>
            <a:r>
              <a:rPr sz="1400">
                <a:solidFill>
                  <a:srgbClr val="000000"/>
                </a:solidFill>
              </a:rPr>
              <a:t>JD033 正数清点 - 计数 (Easy)</a:t>
            </a:r>
          </a:p>
          <a:p>
            <a:r>
              <a:rPr sz="1400">
                <a:solidFill>
                  <a:srgbClr val="000000"/>
                </a:solidFill>
              </a:rPr>
              <a:t>JD037 数链连珠 - 嵌套循环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本章学习了第3章的核心概念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