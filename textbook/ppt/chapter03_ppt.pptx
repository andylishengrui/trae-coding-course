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第3章 千回百转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for与while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for 循环的基本概念与应用</a:t>
            </a:r>
          </a:p>
          <a:p>
            <a:r>
              <a:rPr sz="1800"/>
              <a:t>• while 循环的基本概念与应用</a:t>
            </a:r>
          </a:p>
          <a:p>
            <a:r>
              <a:rPr sz="1800"/>
              <a:t>• 嵌套循环的基本概念与应用</a:t>
            </a:r>
          </a:p>
          <a:p>
            <a:r>
              <a:rPr sz="1800"/>
              <a:t>• break 和 continue的基本概念与应用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