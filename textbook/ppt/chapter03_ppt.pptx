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第3章 千回百转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for与while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for 循环的基本概念与应用</a:t>
            </a:r>
          </a:p>
          <a:p>
            <a:r>
              <a:rPr sz="1800"/>
              <a:t>• while 循环的基本概念与应用</a:t>
            </a:r>
          </a:p>
          <a:p>
            <a:r>
              <a:rPr sz="1800"/>
              <a:t>• 嵌套循环的基本概念与应用</a:t>
            </a:r>
          </a:p>
          <a:p>
            <a:r>
              <a:rPr sz="1800"/>
              <a:t>• break 和 continue的基本概念与应用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for 循环：for(i=0; i&lt;n; i++)</a:t>
            </a:r>
          </a:p>
          <a:p>
            <a:r>
              <a:rPr sz="1600">
                <a:solidFill>
                  <a:srgbClr val="000000"/>
                </a:solidFill>
              </a:rPr>
              <a:t>while 循环：while(条件)</a:t>
            </a:r>
          </a:p>
          <a:p>
            <a:r>
              <a:rPr sz="1600">
                <a:solidFill>
                  <a:srgbClr val="000000"/>
                </a:solidFill>
              </a:rPr>
              <a:t>break 跳出循环，continue 跳过本次</a:t>
            </a:r>
          </a:p>
          <a:p>
            <a:r>
              <a:rPr sz="1600">
                <a:solidFill>
                  <a:srgbClr val="000000"/>
                </a:solidFill>
              </a:rPr>
              <a:t>嵌套循环：循环里套循环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for (int i = 1; i &lt;= 100; i++) {
    if (i % 3 == 0) cout &lt;&lt; i &lt;&lt; endl;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for i in range(1, 101):
    if i % 3 == 0:
        print(i)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for循环边界：i&lt;n vs i&lt;=n</a:t>
            </a:r>
          </a:p>
          <a:p>
            <a:r>
              <a:rPr sz="1600">
                <a:solidFill>
                  <a:srgbClr val="000000"/>
                </a:solidFill>
              </a:rPr>
              <a:t>while循环忘记更新条件→死循环</a:t>
            </a:r>
          </a:p>
          <a:p>
            <a:r>
              <a:rPr sz="1600">
                <a:solidFill>
                  <a:srgbClr val="000000"/>
                </a:solidFill>
              </a:rPr>
              <a:t>break只跳出最内层循环</a:t>
            </a:r>
          </a:p>
          <a:p>
            <a:r>
              <a:rPr sz="1600">
                <a:solidFill>
                  <a:srgbClr val="000000"/>
                </a:solidFill>
              </a:rPr>
              <a:t>Python的range(1,n)不含n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JD029 石砖偶数</a:t>
            </a:r>
          </a:p>
          <a:p>
            <a:r>
              <a:rPr sz="1600">
                <a:solidFill>
                  <a:srgbClr val="000000"/>
                </a:solidFill>
              </a:rPr>
              <a:t>JD033 正数清点</a:t>
            </a:r>
          </a:p>
          <a:p>
            <a:r>
              <a:rPr sz="1600">
                <a:solidFill>
                  <a:srgbClr val="000000"/>
                </a:solidFill>
              </a:rPr>
              <a:t>JD037 数链连珠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掌握核心概念</a:t>
            </a:r>
          </a:p>
          <a:p>
            <a:r>
              <a:rPr sz="1600">
                <a:solidFill>
                  <a:srgbClr val="000000"/>
                </a:solidFill>
              </a:rPr>
              <a:t>多做练习</a:t>
            </a:r>
          </a:p>
          <a:p>
            <a:r>
              <a:rPr sz="1600">
                <a:solidFill>
                  <a:srgbClr val="000000"/>
                </a:solidFill>
              </a:rPr>
              <a:t>注意边界条件</a:t>
            </a:r>
          </a:p>
          <a:p>
            <a:r>
              <a:rPr sz="1600">
                <a:solidFill>
                  <a:srgbClr val="000000"/>
                </a:solidFill>
              </a:rPr>
              <a:t>理解算法思想而非死记代码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