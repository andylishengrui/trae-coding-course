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第15章 华山论剑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动态规划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01背包的基本概念与应用</a:t>
            </a:r>
          </a:p>
          <a:p>
            <a:r>
              <a:rPr sz="1800"/>
              <a:t>• 完全背包的基本概念与应用</a:t>
            </a:r>
          </a:p>
          <a:p>
            <a:r>
              <a:rPr sz="1800"/>
              <a:t>• 区间DP的基本概念与应用</a:t>
            </a:r>
          </a:p>
          <a:p>
            <a:r>
              <a:rPr sz="1800"/>
              <a:t>• 状压DP的基本概念与应用</a:t>
            </a:r>
          </a:p>
          <a:p>
            <a:r>
              <a:rPr sz="1800"/>
              <a:t>• 树形DP的基本概念与应用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DP = 递归 + 记忆化 = 递推填表</a:t>
            </a:r>
          </a:p>
          <a:p>
            <a:r>
              <a:rPr sz="1600">
                <a:solidFill>
                  <a:srgbClr val="000000"/>
                </a:solidFill>
              </a:rPr>
              <a:t>01背包：每件选或不选，逆序遍历容量</a:t>
            </a:r>
          </a:p>
          <a:p>
            <a:r>
              <a:rPr sz="1600">
                <a:solidFill>
                  <a:srgbClr val="000000"/>
                </a:solidFill>
              </a:rPr>
              <a:t>完全背包：每件无限选，正序遍历容量</a:t>
            </a:r>
          </a:p>
          <a:p>
            <a:r>
              <a:rPr sz="1600">
                <a:solidFill>
                  <a:srgbClr val="000000"/>
                </a:solidFill>
              </a:rPr>
              <a:t>状态压缩DP：用二进制表示状态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dp[1001];
for (int i = 0; i &lt; n; i++)
    for (int j = V; j &gt;= v[i]; j--)
        dp[j] = max(dp[j], dp[j-v[i]] + w[i]);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dp = [0] * (V+1)
for i in range(n):
    for j in range(V, v[i]-1, -1):
        dp[j] = max(dp[j], dp[j-v[i]] + w[i])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01背包必须逆序遍历容量</a:t>
            </a:r>
          </a:p>
          <a:p>
            <a:r>
              <a:rPr sz="1600">
                <a:solidFill>
                  <a:srgbClr val="000000"/>
                </a:solidFill>
              </a:rPr>
              <a:t>完全背包必须正序遍历容量</a:t>
            </a:r>
          </a:p>
          <a:p>
            <a:r>
              <a:rPr sz="1600">
                <a:solidFill>
                  <a:srgbClr val="000000"/>
                </a:solidFill>
              </a:rPr>
              <a:t>状态定义不清晰导致转移方程错误</a:t>
            </a:r>
          </a:p>
          <a:p>
            <a:r>
              <a:rPr sz="1600">
                <a:solidFill>
                  <a:srgbClr val="000000"/>
                </a:solidFill>
              </a:rPr>
              <a:t>边界条件：dp[0]初始化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JD155 一剑一鞘</a:t>
            </a:r>
          </a:p>
          <a:p>
            <a:r>
              <a:rPr sz="1600">
                <a:solidFill>
                  <a:srgbClr val="000000"/>
                </a:solidFill>
              </a:rPr>
              <a:t>JD163 背包叠甲</a:t>
            </a:r>
          </a:p>
          <a:p>
            <a:r>
              <a:rPr sz="1600">
                <a:solidFill>
                  <a:srgbClr val="000000"/>
                </a:solidFill>
              </a:rPr>
              <a:t>JD172 千机棋局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