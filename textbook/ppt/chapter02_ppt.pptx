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第2章 歧路逢生</a:t>
            </a:r>
          </a:p>
          <a:p>
            <a:pPr algn="ctr"/>
            <a:r>
              <a:rPr sz="2400">
                <a:solidFill>
                  <a:srgbClr val="6B5D4D"/>
                </a:solidFill>
              </a:rPr>
              <a:t>条件判断与分支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4572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800"/>
              <a:t>• if/else 语句的基本概念与应用</a:t>
            </a:r>
          </a:p>
          <a:p>
            <a:r>
              <a:rPr sz="1800"/>
              <a:t>• 逻辑运算符的基本概念与应用</a:t>
            </a:r>
          </a:p>
          <a:p>
            <a:r>
              <a:rPr sz="1800"/>
              <a:t>• 嵌套条件的基本概念与应用</a:t>
            </a:r>
          </a:p>
          <a:p>
            <a:r>
              <a:rPr sz="1800"/>
              <a:t>• switch-case的基本概念与应用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