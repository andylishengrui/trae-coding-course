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第2章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if 条件为真才执行，else 否则执行</a:t>
            </a:r>
          </a:p>
          <a:p>
            <a:r>
              <a:rPr sz="1400">
                <a:solidFill>
                  <a:srgbClr val="000000"/>
                </a:solidFill>
              </a:rPr>
              <a:t>else if 多分支判断</a:t>
            </a:r>
          </a:p>
          <a:p>
            <a:r>
              <a:rPr sz="1400">
                <a:solidFill>
                  <a:srgbClr val="000000"/>
                </a:solidFill>
              </a:rPr>
              <a:t>&amp;&amp; (与)：两个都为真，|| (或)：至少一个为真</a:t>
            </a:r>
          </a:p>
          <a:p>
            <a:r>
              <a:rPr sz="1400">
                <a:solidFill>
                  <a:srgbClr val="000000"/>
                </a:solidFill>
              </a:rPr>
              <a:t>嵌套条件：条件里面再套条件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int score;
cin &gt;&gt; score;
if (score &gt;= 90) cout &lt;&lt; "A" &lt;&lt; endl;
else if (score &gt;= 80) cout &lt;&lt; "B" &lt;&lt; endl;
else if (score &gt;= 70) cout &lt;&lt; "C" &lt;&lt; endl;
else cout &lt;&lt; "D" &lt;&lt; endl;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score = int(input())
if score &gt;= 90:
    print('A')
elif score &gt;= 80:
    print('B')
elif score &gt;= 70:
    print('C')
else:
    print('D')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if x = 5 赋值，不是比较！要用 x == 5</a:t>
            </a:r>
          </a:p>
          <a:p>
            <a:r>
              <a:rPr sz="1400">
                <a:solidFill>
                  <a:srgbClr val="000000"/>
                </a:solidFill>
              </a:rPr>
              <a:t>浮点数不能用 == 比较：0.1+0.2 != 0.3</a:t>
            </a:r>
          </a:p>
          <a:p>
            <a:r>
              <a:rPr sz="1400">
                <a:solidFill>
                  <a:srgbClr val="000000"/>
                </a:solidFill>
              </a:rPr>
              <a:t>else if (C++) vs elif (Python)，别搞混</a:t>
            </a:r>
          </a:p>
          <a:p>
            <a:r>
              <a:rPr sz="1400">
                <a:solidFill>
                  <a:srgbClr val="000000"/>
                </a:solidFill>
              </a:rPr>
              <a:t>忘记处理边界：score &lt; 0 怎么办？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JD015 石碑之谜 - 倍数判断 (Easy)</a:t>
            </a:r>
          </a:p>
          <a:p>
            <a:r>
              <a:rPr sz="1400">
                <a:solidFill>
                  <a:srgbClr val="000000"/>
                </a:solidFill>
              </a:rPr>
              <a:t>JD018 三石排序 - 三个数排序 (Easy)</a:t>
            </a:r>
          </a:p>
          <a:p>
            <a:r>
              <a:rPr sz="1400">
                <a:solidFill>
                  <a:srgbClr val="000000"/>
                </a:solidFill>
              </a:rPr>
              <a:t>JD021 沙盘点位 - 象限判断 (Medium)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本章学习了第2章的核心概念</a:t>
            </a:r>
          </a:p>
          <a:p>
            <a:r>
              <a:rPr sz="1400">
                <a:solidFill>
                  <a:srgbClr val="000000"/>
                </a:solidFill>
              </a:rPr>
              <a:t>多做练习是掌握算法的关键</a:t>
            </a:r>
          </a:p>
          <a:p>
            <a:r>
              <a:rPr sz="1400">
                <a:solidFill>
                  <a:srgbClr val="000000"/>
                </a:solidFill>
              </a:rPr>
              <a:t>理解算法思想比死记代码更重要</a:t>
            </a:r>
          </a:p>
          <a:p>
            <a:r>
              <a:rPr sz="1400">
                <a:solidFill>
                  <a:srgbClr val="000000"/>
                </a:solidFill>
              </a:rPr>
              <a:t>遇到问题先画图、再想算法、最后写代码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