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第2章 歧路逢生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条件判断与分支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if/else 语句的基本概念与应用</a:t>
            </a:r>
          </a:p>
          <a:p>
            <a:r>
              <a:rPr sz="1800"/>
              <a:t>• 逻辑运算符的基本概念与应用</a:t>
            </a:r>
          </a:p>
          <a:p>
            <a:r>
              <a:rPr sz="1800"/>
              <a:t>• 嵌套条件的基本概念与应用</a:t>
            </a:r>
          </a:p>
          <a:p>
            <a:r>
              <a:rPr sz="1800"/>
              <a:t>• switch-case的基本概念与应用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if/else 条件判断</a:t>
            </a:r>
          </a:p>
          <a:p>
            <a:r>
              <a:rPr sz="1600">
                <a:solidFill>
                  <a:srgbClr val="000000"/>
                </a:solidFill>
              </a:rPr>
              <a:t>逻辑运算符：&amp;&amp;(与)、||(或)、!(非)</a:t>
            </a:r>
          </a:p>
          <a:p>
            <a:r>
              <a:rPr sz="1600">
                <a:solidFill>
                  <a:srgbClr val="000000"/>
                </a:solidFill>
              </a:rPr>
              <a:t>嵌套条件：if...else if...else</a:t>
            </a:r>
          </a:p>
          <a:p>
            <a:r>
              <a:rPr sz="1600">
                <a:solidFill>
                  <a:srgbClr val="000000"/>
                </a:solidFill>
              </a:rPr>
              <a:t>switch-case（C++特有）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int x;
cin &gt;&gt; x;
if (x &gt; 0) cout &lt;&lt; "正数";
else if (x &lt; 0) cout &lt;&lt; "负数";
else cout &lt;&lt; "零";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x = int(input())
if x &gt; 0:
    print('正数')
elif x &lt; 0:
    print('负数')
else:
    print('零')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用 = 而不是 == 做比较</a:t>
            </a:r>
          </a:p>
          <a:p>
            <a:r>
              <a:rPr sz="1600">
                <a:solidFill>
                  <a:srgbClr val="000000"/>
                </a:solidFill>
              </a:rPr>
              <a:t>浮点数不能用 == 比较</a:t>
            </a:r>
          </a:p>
          <a:p>
            <a:r>
              <a:rPr sz="1600">
                <a:solidFill>
                  <a:srgbClr val="000000"/>
                </a:solidFill>
              </a:rPr>
              <a:t>else if vs elif（C++/Python区别）</a:t>
            </a:r>
          </a:p>
          <a:p>
            <a:r>
              <a:rPr sz="1600">
                <a:solidFill>
                  <a:srgbClr val="000000"/>
                </a:solidFill>
              </a:rPr>
              <a:t>忘记处理边界情况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JD015 石碑之谜</a:t>
            </a:r>
          </a:p>
          <a:p>
            <a:r>
              <a:rPr sz="1600">
                <a:solidFill>
                  <a:srgbClr val="000000"/>
                </a:solidFill>
              </a:rPr>
              <a:t>JD018 三石排序</a:t>
            </a:r>
          </a:p>
          <a:p>
            <a:r>
              <a:rPr sz="1600">
                <a:solidFill>
                  <a:srgbClr val="000000"/>
                </a:solidFill>
              </a:rPr>
              <a:t>JD021 沙盘点位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掌握核心概念</a:t>
            </a:r>
          </a:p>
          <a:p>
            <a:r>
              <a:rPr sz="1600">
                <a:solidFill>
                  <a:srgbClr val="000000"/>
                </a:solidFill>
              </a:rPr>
              <a:t>多做练习</a:t>
            </a:r>
          </a:p>
          <a:p>
            <a:r>
              <a:rPr sz="1600">
                <a:solidFill>
                  <a:srgbClr val="000000"/>
                </a:solidFill>
              </a:rPr>
              <a:t>注意边界条件</a:t>
            </a:r>
          </a:p>
          <a:p>
            <a:r>
              <a:rPr sz="1600">
                <a:solidFill>
                  <a:srgbClr val="000000"/>
                </a:solidFill>
              </a:rPr>
              <a:t>理解算法思想而非死记代码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