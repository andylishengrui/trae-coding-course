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第10章 千锤百炼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高精度与位运算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高精度加减乘除的基本概念与应用</a:t>
            </a:r>
          </a:p>
          <a:p>
            <a:r>
              <a:rPr sz="1800"/>
              <a:t>• 位运算基础的基本概念与应用</a:t>
            </a:r>
          </a:p>
          <a:p>
            <a:r>
              <a:rPr sz="1800"/>
              <a:t>• 双指针技巧的基本概念与应用</a:t>
            </a:r>
          </a:p>
          <a:p>
            <a:r>
              <a:rPr sz="1800"/>
              <a:t>• 滑动窗口的基本概念与应用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