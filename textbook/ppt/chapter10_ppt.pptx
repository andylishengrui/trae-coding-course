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第10章 千锤百炼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高精度与位运算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高精度加减乘除的基本概念与应用</a:t>
            </a:r>
          </a:p>
          <a:p>
            <a:r>
              <a:rPr sz="1800"/>
              <a:t>• 位运算基础的基本概念与应用</a:t>
            </a:r>
          </a:p>
          <a:p>
            <a:r>
              <a:rPr sz="1800"/>
              <a:t>• 双指针技巧的基本概念与应用</a:t>
            </a:r>
          </a:p>
          <a:p>
            <a:r>
              <a:rPr sz="1800"/>
              <a:t>• 滑动窗口的基本概念与应用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高精度：用数组存每一位，模拟竖式运算</a:t>
            </a:r>
          </a:p>
          <a:p>
            <a:r>
              <a:rPr sz="1600">
                <a:solidFill>
                  <a:srgbClr val="000000"/>
                </a:solidFill>
              </a:rPr>
              <a:t>位运算：&amp;、|、^、~、&lt;&lt;、&gt;&gt;</a:t>
            </a:r>
          </a:p>
          <a:p>
            <a:r>
              <a:rPr sz="1600">
                <a:solidFill>
                  <a:srgbClr val="000000"/>
                </a:solidFill>
              </a:rPr>
              <a:t>双指针：两个指针配合遍历</a:t>
            </a:r>
          </a:p>
          <a:p>
            <a:r>
              <a:rPr sz="1600">
                <a:solidFill>
                  <a:srgbClr val="000000"/>
                </a:solidFill>
              </a:rPr>
              <a:t>滑动窗口：维护区间信息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int lowbit(int x) { return x &amp; -x; }
// 统计二进制中1的个数
int count = 0;
while (x) { x -= x &amp; -x; count++;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def lowbit(x): return x &amp; -x
def count_ones(x):
    c = 0
    while x: x -= x &amp; -x; c += 1
    return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位运算优先级低于比较运算符</a:t>
            </a:r>
          </a:p>
          <a:p>
            <a:r>
              <a:rPr sz="1600">
                <a:solidFill>
                  <a:srgbClr val="000000"/>
                </a:solidFill>
              </a:rPr>
              <a:t>负数的位运算结果</a:t>
            </a:r>
          </a:p>
          <a:p>
            <a:r>
              <a:rPr sz="1600">
                <a:solidFill>
                  <a:srgbClr val="000000"/>
                </a:solidFill>
              </a:rPr>
              <a:t>高精度乘法进位处理</a:t>
            </a:r>
          </a:p>
          <a:p>
            <a:r>
              <a:rPr sz="1600">
                <a:solidFill>
                  <a:srgbClr val="000000"/>
                </a:solidFill>
              </a:rPr>
              <a:t>双指针越界检查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JD109 铁壁识痕</a:t>
            </a:r>
          </a:p>
          <a:p>
            <a:r>
              <a:rPr sz="1600">
                <a:solidFill>
                  <a:srgbClr val="000000"/>
                </a:solidFill>
              </a:rPr>
              <a:t>JD110 万钧合一</a:t>
            </a:r>
          </a:p>
          <a:p>
            <a:r>
              <a:rPr sz="1600">
                <a:solidFill>
                  <a:srgbClr val="000000"/>
                </a:solidFill>
              </a:rPr>
              <a:t>JD116 双剑验序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掌握核心概念</a:t>
            </a:r>
          </a:p>
          <a:p>
            <a:r>
              <a:rPr sz="1600">
                <a:solidFill>
                  <a:srgbClr val="000000"/>
                </a:solidFill>
              </a:rPr>
              <a:t>多做练习</a:t>
            </a:r>
          </a:p>
          <a:p>
            <a:r>
              <a:rPr sz="1600">
                <a:solidFill>
                  <a:srgbClr val="000000"/>
                </a:solidFill>
              </a:rPr>
              <a:t>注意边界条件</a:t>
            </a:r>
          </a:p>
          <a:p>
            <a:r>
              <a:rPr sz="1600">
                <a:solidFill>
                  <a:srgbClr val="000000"/>
                </a:solidFill>
              </a:rPr>
              <a:t>理解算法思想而非死记代码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