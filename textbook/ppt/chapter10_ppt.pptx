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第10章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高精度：用数组存每一位，模拟竖式运算</a:t>
            </a:r>
          </a:p>
          <a:p>
            <a:r>
              <a:rPr sz="1400">
                <a:solidFill>
                  <a:srgbClr val="000000"/>
                </a:solidFill>
              </a:rPr>
              <a:t>位运算：&amp; (与)、| (或)、^ (异或)、~ (取反)</a:t>
            </a:r>
          </a:p>
          <a:p>
            <a:r>
              <a:rPr sz="1400">
                <a:solidFill>
                  <a:srgbClr val="000000"/>
                </a:solidFill>
              </a:rPr>
              <a:t>双指针：两个指针配合遍历，O(n)</a:t>
            </a:r>
          </a:p>
          <a:p>
            <a:r>
              <a:rPr sz="1400">
                <a:solidFill>
                  <a:srgbClr val="000000"/>
                </a:solidFill>
              </a:rPr>
              <a:t>滑动窗口：维护区间信息，左右指针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位运算：统计二进制中1的个数
int count = 0;
while (x &gt; 0) {
    count += x &amp; 1;
    x &gt;&gt;= 1;
}
// 双指针
int i = 0, j = 0;
while (i &lt; n &amp;&amp; j &lt; m) {
    if (condition) i++;
    else j++;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位运算：统计二进制中1的个数
count = 0
x = 42
while x &gt; 0:
    count += x &amp; 1
    x &gt;&gt;= 1
# 双指针
i, j = 0, 0
while i &lt; n and j &lt; m:
    if condition:
        i += 1
    else:
        j +=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位运算优先级低于比较运算符！用括号：(a &gt;&gt; 2) &amp; 1</a:t>
            </a:r>
          </a:p>
          <a:p>
            <a:r>
              <a:rPr sz="1400">
                <a:solidFill>
                  <a:srgbClr val="000000"/>
                </a:solidFill>
              </a:rPr>
              <a:t>负数的位运算结果可能意外</a:t>
            </a:r>
          </a:p>
          <a:p>
            <a:r>
              <a:rPr sz="1400">
                <a:solidFill>
                  <a:srgbClr val="000000"/>
                </a:solidFill>
              </a:rPr>
              <a:t>高精度乘法进位处理要仔细</a:t>
            </a:r>
          </a:p>
          <a:p>
            <a:r>
              <a:rPr sz="1400">
                <a:solidFill>
                  <a:srgbClr val="000000"/>
                </a:solidFill>
              </a:rPr>
              <a:t>双指针越界检查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JD109 铁壁识痕 - 二进制1的个数 (Easy)</a:t>
            </a:r>
          </a:p>
          <a:p>
            <a:r>
              <a:rPr sz="1400">
                <a:solidFill>
                  <a:srgbClr val="000000"/>
                </a:solidFill>
              </a:rPr>
              <a:t>JD110 万钧合一 - 高精度加法 (Medium)</a:t>
            </a:r>
          </a:p>
          <a:p>
            <a:r>
              <a:rPr sz="1400">
                <a:solidFill>
                  <a:srgbClr val="000000"/>
                </a:solidFill>
              </a:rPr>
              <a:t>JD116 无重之最 - 子序列判断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本章学习了第10章的核心概念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本章学习高精度运算和位运算——处理超大整数和二进制操作。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