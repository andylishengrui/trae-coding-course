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第6章 古卷密文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字符串处理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字符串长度与遍历的基本概念与应用</a:t>
            </a:r>
          </a:p>
          <a:p>
            <a:r>
              <a:rPr sz="1800"/>
              <a:t>• 查找与替换的基本概念与应用</a:t>
            </a:r>
          </a:p>
          <a:p>
            <a:r>
              <a:rPr sz="1800"/>
              <a:t>• 分割与拼接的基本概念与应用</a:t>
            </a:r>
          </a:p>
          <a:p>
            <a:r>
              <a:rPr sz="1800"/>
              <a:t>• ASCII码操作的基本概念与应用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