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第6章 古卷密文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字符串处理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字符串长度与遍历的基本概念与应用</a:t>
            </a:r>
          </a:p>
          <a:p>
            <a:r>
              <a:rPr sz="1800"/>
              <a:t>• 查找与替换的基本概念与应用</a:t>
            </a:r>
          </a:p>
          <a:p>
            <a:r>
              <a:rPr sz="1800"/>
              <a:t>• 分割与拼接的基本概念与应用</a:t>
            </a:r>
          </a:p>
          <a:p>
            <a:r>
              <a:rPr sz="1800"/>
              <a:t>• ASCII码操作的基本概念与应用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字符串 = 字符数组（C++）/ 不可变对象（Python）</a:t>
            </a:r>
          </a:p>
          <a:p>
            <a:r>
              <a:rPr sz="1600">
                <a:solidFill>
                  <a:srgbClr val="000000"/>
                </a:solidFill>
              </a:rPr>
              <a:t>遍历：for(char c : s) 或 for c in s</a:t>
            </a:r>
          </a:p>
          <a:p>
            <a:r>
              <a:rPr sz="1600">
                <a:solidFill>
                  <a:srgbClr val="000000"/>
                </a:solidFill>
              </a:rPr>
              <a:t>查找替换：find/replace（C++）, in/replace（Python）</a:t>
            </a:r>
          </a:p>
          <a:p>
            <a:r>
              <a:rPr sz="1600">
                <a:solidFill>
                  <a:srgbClr val="000000"/>
                </a:solidFill>
              </a:rPr>
              <a:t>分割拼接：split/join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string s;
getline(cin, s);
for (char c : s) {
    if (c == ' ') cout &lt;&lt; "%20";
    else cout &lt;&lt; c;
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s = input()
print(s.replace(' ', '%20'))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C++的cin不读空格，用getline</a:t>
            </a:r>
          </a:p>
          <a:p>
            <a:r>
              <a:rPr sz="1600">
                <a:solidFill>
                  <a:srgbClr val="000000"/>
                </a:solidFill>
              </a:rPr>
              <a:t>Python字符串不可变，replace返回新字符串</a:t>
            </a:r>
          </a:p>
          <a:p>
            <a:r>
              <a:rPr sz="1600">
                <a:solidFill>
                  <a:srgbClr val="000000"/>
                </a:solidFill>
              </a:rPr>
              <a:t>忘记处理空字符串</a:t>
            </a:r>
          </a:p>
          <a:p>
            <a:r>
              <a:rPr sz="1600">
                <a:solidFill>
                  <a:srgbClr val="000000"/>
                </a:solidFill>
              </a:rPr>
              <a:t>编码问题：中文字符多字节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JD067 铁令长度</a:t>
            </a:r>
          </a:p>
          <a:p>
            <a:r>
              <a:rPr sz="1600">
                <a:solidFill>
                  <a:srgbClr val="000000"/>
                </a:solidFill>
              </a:rPr>
              <a:t>JD072 猜拳</a:t>
            </a:r>
          </a:p>
          <a:p>
            <a:r>
              <a:rPr sz="1600">
                <a:solidFill>
                  <a:srgbClr val="000000"/>
                </a:solidFill>
              </a:rPr>
              <a:t>JD078 密文匹配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掌握核心概念</a:t>
            </a:r>
          </a:p>
          <a:p>
            <a:r>
              <a:rPr sz="1600">
                <a:solidFill>
                  <a:srgbClr val="000000"/>
                </a:solidFill>
              </a:rPr>
              <a:t>多做练习</a:t>
            </a:r>
          </a:p>
          <a:p>
            <a:r>
              <a:rPr sz="1600">
                <a:solidFill>
                  <a:srgbClr val="000000"/>
                </a:solidFill>
              </a:rPr>
              <a:t>注意边界条件</a:t>
            </a:r>
          </a:p>
          <a:p>
            <a:r>
              <a:rPr sz="1600">
                <a:solidFill>
                  <a:srgbClr val="000000"/>
                </a:solidFill>
              </a:rPr>
              <a:t>理解算法思想而非死记代码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