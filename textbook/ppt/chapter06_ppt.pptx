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第6章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字符串 = 字符序列（C++用string，Python用str）</a:t>
            </a:r>
          </a:p>
          <a:p>
            <a:r>
              <a:rPr sz="1400">
                <a:solidFill>
                  <a:srgbClr val="000000"/>
                </a:solidFill>
              </a:rPr>
              <a:t>遍历：for(char c : s) 或 for c in s</a:t>
            </a:r>
          </a:p>
          <a:p>
            <a:r>
              <a:rPr sz="1400">
                <a:solidFill>
                  <a:srgbClr val="000000"/>
                </a:solidFill>
              </a:rPr>
              <a:t>查找替换：find/replace（C++），in/replace（Python）</a:t>
            </a:r>
          </a:p>
          <a:p>
            <a:r>
              <a:rPr sz="1400">
                <a:solidFill>
                  <a:srgbClr val="000000"/>
                </a:solidFill>
              </a:rPr>
              <a:t>分割拼接：split/join（Python最方便）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string s;
getline(cin, s);  // 读整行含空格
for (char c : s) {
    if (c == ' ') cout &lt;&lt; "%20";
    else cout &lt;&lt; c;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 = input()
print(s.replace(' ', '%20'))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cin &gt;&gt; s 不读空格，getline(cin, s) 才读整行</a:t>
            </a:r>
          </a:p>
          <a:p>
            <a:r>
              <a:rPr sz="1400">
                <a:solidFill>
                  <a:srgbClr val="000000"/>
                </a:solidFill>
              </a:rPr>
              <a:t>Python字符串不可变，replace()返回新字符串</a:t>
            </a:r>
          </a:p>
          <a:p>
            <a:r>
              <a:rPr sz="1400">
                <a:solidFill>
                  <a:srgbClr val="000000"/>
                </a:solidFill>
              </a:rPr>
              <a:t>忘记处理空字符串</a:t>
            </a:r>
          </a:p>
          <a:p>
            <a:r>
              <a:rPr sz="1400">
                <a:solidFill>
                  <a:srgbClr val="000000"/>
                </a:solidFill>
              </a:rPr>
              <a:t>中文字符多字节，逐字符遍历要注意编码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JD067 古卷测长 - 字符串长度 (Easy)</a:t>
            </a:r>
          </a:p>
          <a:p>
            <a:r>
              <a:rPr sz="1400">
                <a:solidFill>
                  <a:srgbClr val="000000"/>
                </a:solidFill>
              </a:rPr>
              <a:t>JD072 拳掌对决 - 字符串匹配 (Medium)</a:t>
            </a:r>
          </a:p>
          <a:p>
            <a:r>
              <a:rPr sz="1400">
                <a:solidFill>
                  <a:srgbClr val="000000"/>
                </a:solidFill>
              </a:rPr>
              <a:t>JD078 两卷对校 - 子串查找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本章学习了第6章的核心概念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本章学习字符串处理——文本数据的查找、替换、分割等操作。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