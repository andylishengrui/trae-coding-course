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第1章 持剑叩门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变量与输入输出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什么是变量（盒子比喻）的基本概念与应用</a:t>
            </a:r>
          </a:p>
          <a:p>
            <a:r>
              <a:rPr sz="1800"/>
              <a:t>• int vs double的基本概念与应用</a:t>
            </a:r>
          </a:p>
          <a:p>
            <a:r>
              <a:rPr sz="1800"/>
              <a:t>• #include 的含义的基本概念与应用</a:t>
            </a:r>
          </a:p>
          <a:p>
            <a:r>
              <a:rPr sz="1800"/>
              <a:t>• cin/cout vs scanf/printf的基本概念与应用</a:t>
            </a:r>
          </a:p>
          <a:p>
            <a:r>
              <a:rPr sz="1800"/>
              <a:t>• Python 的 input/print的基本概念与应用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变量 = 盒子，int装整数，double装小数</a:t>
            </a:r>
          </a:p>
          <a:p>
            <a:r>
              <a:rPr sz="1600">
                <a:solidFill>
                  <a:srgbClr val="000000"/>
                </a:solidFill>
              </a:rPr>
              <a:t>#include = 工具箱，using namespace std = 快捷方式</a:t>
            </a:r>
          </a:p>
          <a:p>
            <a:r>
              <a:rPr sz="1600">
                <a:solidFill>
                  <a:srgbClr val="000000"/>
                </a:solidFill>
              </a:rPr>
              <a:t>cin/cout 是C++的输入输出</a:t>
            </a:r>
          </a:p>
          <a:p>
            <a:r>
              <a:rPr sz="1600">
                <a:solidFill>
                  <a:srgbClr val="000000"/>
                </a:solidFill>
              </a:rPr>
              <a:t>input()/print() 是Python的输入输出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a, b;
cin &gt;&gt; a &gt;&gt; b;
cout &lt;&lt; a + b &lt;&lt; endl;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a, b = map(int, input().split())
print(a + 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忘记 return 0</a:t>
            </a:r>
          </a:p>
          <a:p>
            <a:r>
              <a:rPr sz="1600">
                <a:solidFill>
                  <a:srgbClr val="000000"/>
                </a:solidFill>
              </a:rPr>
              <a:t>C++整数除法：5/2=1 不是2.5</a:t>
            </a:r>
          </a:p>
          <a:p>
            <a:r>
              <a:rPr sz="1600">
                <a:solidFill>
                  <a:srgbClr val="000000"/>
                </a:solidFill>
              </a:rPr>
              <a:t>Python的input()返回字符串，需要int()转换</a:t>
            </a:r>
          </a:p>
          <a:p>
            <a:r>
              <a:rPr sz="1600">
                <a:solidFill>
                  <a:srgbClr val="000000"/>
                </a:solidFill>
              </a:rPr>
              <a:t>scanf需要&amp;取地址，cin不需要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JD001 铁令求和</a:t>
            </a:r>
          </a:p>
          <a:p>
            <a:r>
              <a:rPr sz="1600">
                <a:solidFill>
                  <a:srgbClr val="000000"/>
                </a:solidFill>
              </a:rPr>
              <a:t>JD004 集市算账</a:t>
            </a:r>
          </a:p>
          <a:p>
            <a:r>
              <a:rPr sz="1600">
                <a:solidFill>
                  <a:srgbClr val="000000"/>
                </a:solidFill>
              </a:rPr>
              <a:t>JD009 圆盘开孔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