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0000"/>
                </a:solidFill>
              </a:rPr>
              <a:t>第1章 持剑叩门</a:t>
            </a:r>
          </a:p>
          <a:p>
            <a:pPr algn="ctr"/>
            <a:r>
              <a:rPr sz="2400">
                <a:solidFill>
                  <a:srgbClr val="6B5D4D"/>
                </a:solidFill>
              </a:rPr>
              <a:t>变量与输入输出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/>
              <a:t>• 什么是变量（盒子比喻）的基本概念与应用</a:t>
            </a:r>
          </a:p>
          <a:p>
            <a:r>
              <a:rPr sz="1800"/>
              <a:t>• int vs double的基本概念与应用</a:t>
            </a:r>
          </a:p>
          <a:p>
            <a:r>
              <a:rPr sz="1800"/>
              <a:t>• #include 的含义的基本概念与应用</a:t>
            </a:r>
          </a:p>
          <a:p>
            <a:r>
              <a:rPr sz="1800"/>
              <a:t>• cin/cout vs scanf/printf的基本概念与应用</a:t>
            </a:r>
          </a:p>
          <a:p>
            <a:r>
              <a:rPr sz="1800"/>
              <a:t>• Python 的 input/print的基本概念与应用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