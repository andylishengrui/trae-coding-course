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变量 = 有标签的盒子，存一个值</a:t>
            </a:r>
          </a:p>
          <a:p>
            <a:r>
              <a:rPr sz="1400">
                <a:solidFill>
                  <a:srgbClr val="000000"/>
                </a:solidFill>
              </a:rPr>
              <a:t>int 存整数（-21亿~21亿），double 存小数（15位精度）</a:t>
            </a:r>
          </a:p>
          <a:p>
            <a:r>
              <a:rPr sz="1400">
                <a:solidFill>
                  <a:srgbClr val="000000"/>
                </a:solidFill>
              </a:rPr>
              <a:t>#include &lt;iostream&gt; = 从工具箱拿工具</a:t>
            </a:r>
          </a:p>
          <a:p>
            <a:r>
              <a:rPr sz="1400">
                <a:solidFill>
                  <a:srgbClr val="000000"/>
                </a:solidFill>
              </a:rPr>
              <a:t>using namespace std = 不用每次都写 std::cout</a:t>
            </a:r>
          </a:p>
          <a:p>
            <a:r>
              <a:rPr sz="1400">
                <a:solidFill>
                  <a:srgbClr val="000000"/>
                </a:solidFill>
              </a:rPr>
              <a:t>cin &gt;&gt; a 从键盘读入，cout &lt;&lt; a 输出到屏幕</a:t>
            </a:r>
          </a:p>
          <a:p>
            <a:r>
              <a:rPr sz="1400">
                <a:solidFill>
                  <a:srgbClr val="000000"/>
                </a:solidFill>
              </a:rPr>
              <a:t>input() 读一行字符串，print() 输出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#include &lt;iostream&gt;
using namespace std;
int main() {
    int a, b;
    cin &gt;&gt; a &gt;&gt; b;       // 读入两个整数
    cout &lt;&lt; a + b &lt;&lt; endl; // 输出它们的和
    return 0;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a, b = map(int, input().split())
# input() 读一行字符串
# split() 按空格分成列表
# map(int, ...) 转成整数
print(a + 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忘记 return 0：程序可能返回随机值</a:t>
            </a:r>
          </a:p>
          <a:p>
            <a:r>
              <a:rPr sz="1400">
                <a:solidFill>
                  <a:srgbClr val="000000"/>
                </a:solidFill>
              </a:rPr>
              <a:t>C++整数除法 5/2=1 不是 2.5！要用 5.0/2</a:t>
            </a:r>
          </a:p>
          <a:p>
            <a:r>
              <a:rPr sz="1400">
                <a:solidFill>
                  <a:srgbClr val="000000"/>
                </a:solidFill>
              </a:rPr>
              <a:t>Python的 input() 返回字符串，必须 int() 转换</a:t>
            </a:r>
          </a:p>
          <a:p>
            <a:r>
              <a:rPr sz="1400">
                <a:solidFill>
                  <a:srgbClr val="000000"/>
                </a:solidFill>
              </a:rPr>
              <a:t>scanf需要 &amp;取地址：scanf("%d", &amp;a) 而 cin &gt;&gt; a 不需要</a:t>
            </a:r>
          </a:p>
          <a:p>
            <a:r>
              <a:rPr sz="1400">
                <a:solidFill>
                  <a:srgbClr val="000000"/>
                </a:solidFill>
              </a:rPr>
              <a:t>浮点数用 %lf 格式符，整数用 %d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JD001 铁令求和 - 两个整数相加 (Easy)</a:t>
            </a:r>
          </a:p>
          <a:p>
            <a:r>
              <a:rPr sz="1400">
                <a:solidFill>
                  <a:srgbClr val="000000"/>
                </a:solidFill>
              </a:rPr>
              <a:t>JD004 集市算账 - 混合运算 (Easy)</a:t>
            </a:r>
          </a:p>
          <a:p>
            <a:r>
              <a:rPr sz="1400">
                <a:solidFill>
                  <a:srgbClr val="000000"/>
                </a:solidFill>
              </a:rPr>
              <a:t>JD009 铁球体积 - 浮点数运算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本章将学习变量、数据类型和输入输出——这是所有程序的基础。掌握如何读入数据、计算、输出结果。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第1章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cin/cout 和 scanf/printf 的区别与选择</a:t>
            </a:r>
          </a:p>
          <a:p>
            <a:r>
              <a:rPr sz="1600">
                <a:solidFill>
                  <a:srgbClr val="000000"/>
                </a:solidFill>
              </a:rPr>
              <a:t>• int/double 数据类型的选择</a:t>
            </a:r>
          </a:p>
          <a:p>
            <a:r>
              <a:rPr sz="1600">
                <a:solidFill>
                  <a:srgbClr val="000000"/>
                </a:solidFill>
              </a:rPr>
              <a:t>• return 0 的含义</a:t>
            </a:r>
          </a:p>
          <a:p>
            <a:r>
              <a:rPr sz="1600">
                <a:solidFill>
                  <a:srgbClr val="000000"/>
                </a:solidFill>
              </a:rPr>
              <a:t>• Python 的 input()/print() 基本用法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