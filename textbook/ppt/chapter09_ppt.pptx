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第9章 快剑如风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排序与二分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快速排序的基本概念与应用</a:t>
            </a:r>
          </a:p>
          <a:p>
            <a:r>
              <a:rPr sz="1800"/>
              <a:t>• 归并排序的基本概念与应用</a:t>
            </a:r>
          </a:p>
          <a:p>
            <a:r>
              <a:rPr sz="1800"/>
              <a:t>• 二分查找的基本概念与应用</a:t>
            </a:r>
          </a:p>
          <a:p>
            <a:r>
              <a:rPr sz="1800"/>
              <a:t>• 浮点二分的基本概念与应用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