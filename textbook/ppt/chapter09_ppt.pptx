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第9章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快速排序：选基准→分区→递归 O(nlogn) 平均</a:t>
            </a:r>
          </a:p>
          <a:p>
            <a:r>
              <a:rPr sz="1400">
                <a:solidFill>
                  <a:srgbClr val="000000"/>
                </a:solidFill>
              </a:rPr>
              <a:t>归并排序：分而治之→合并有序数组 O(nlogn) 稳定</a:t>
            </a:r>
          </a:p>
          <a:p>
            <a:r>
              <a:rPr sz="1400">
                <a:solidFill>
                  <a:srgbClr val="000000"/>
                </a:solidFill>
              </a:rPr>
              <a:t>二分查找：有序数组中找目标 O(logn)</a:t>
            </a:r>
          </a:p>
          <a:p>
            <a:r>
              <a:rPr sz="1400">
                <a:solidFill>
                  <a:srgbClr val="000000"/>
                </a:solidFill>
              </a:rPr>
              <a:t>浮点二分：精度控制 while(r-l&gt;1e-8)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C++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// 二分查找
int l = 0, r = n - 1;
while (l &lt;= r) {
    int mid = l + (r - l) / 2; // 防溢出
    if (a[mid] == x) return mid;
    else if (a[mid] &lt; x) l = mid + 1;
    else r = mid - 1;
}
return -1;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Python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import bisect
idx = bisect.bisect_left(a, x)
if idx &lt; len(a) and a[idx] == x:
    return idx
return 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mid = (l+r)/2 可能溢出！用 l+(r-l)/2</a:t>
            </a:r>
          </a:p>
          <a:p>
            <a:r>
              <a:rPr sz="1400">
                <a:solidFill>
                  <a:srgbClr val="000000"/>
                </a:solidFill>
              </a:rPr>
              <a:t>二分边界：l&lt;=r 还是 l&lt;r？看你用闭区间还是开区间</a:t>
            </a:r>
          </a:p>
          <a:p>
            <a:r>
              <a:rPr sz="1400">
                <a:solidFill>
                  <a:srgbClr val="000000"/>
                </a:solidFill>
              </a:rPr>
              <a:t>浮点二分精度：while(r-l&gt;1e-8) 不是 1e-6</a:t>
            </a:r>
          </a:p>
          <a:p>
            <a:r>
              <a:rPr sz="1400">
                <a:solidFill>
                  <a:srgbClr val="000000"/>
                </a:solidFill>
              </a:rPr>
              <a:t>排序稳定性：归并稳定，快排不稳定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练习题目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JD103 快剑排序 - 快速排序 (Medium)</a:t>
            </a:r>
          </a:p>
          <a:p>
            <a:r>
              <a:rPr sz="1400">
                <a:solidFill>
                  <a:srgbClr val="000000"/>
                </a:solidFill>
              </a:rPr>
              <a:t>JD107 石壁听风 - 二分查找 (Medium)</a:t>
            </a:r>
          </a:p>
          <a:p>
            <a:r>
              <a:rPr sz="1400">
                <a:solidFill>
                  <a:srgbClr val="000000"/>
                </a:solidFill>
              </a:rPr>
              <a:t>JD108 剑指方根 - 浮点二分 (Medium)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本章学习了第9章的核心概念</a:t>
            </a:r>
          </a:p>
          <a:p>
            <a:r>
              <a:rPr sz="1400">
                <a:solidFill>
                  <a:srgbClr val="000000"/>
                </a:solidFill>
              </a:rPr>
              <a:t>多做练习是掌握算法的关键</a:t>
            </a:r>
          </a:p>
          <a:p>
            <a:r>
              <a:rPr sz="1400">
                <a:solidFill>
                  <a:srgbClr val="000000"/>
                </a:solidFill>
              </a:rPr>
              <a:t>理解算法思想比死记代码更重要</a:t>
            </a:r>
          </a:p>
          <a:p>
            <a:r>
              <a:rPr sz="1400">
                <a:solidFill>
                  <a:srgbClr val="000000"/>
                </a:solidFill>
              </a:rPr>
              <a:t>遇到问题先画图、再想算法、最后写代码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