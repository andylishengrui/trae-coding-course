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saveSubsetFonts="1">
  <p:sldMasterIdLst>
    <p:sldMasterId id="2147483680" r:id="rId2"/>
  </p:sldMasterIdLst>
  <p:notesMasterIdLst>
    <p:notesMasterId r:id="rId40"/>
  </p:notesMasterIdLst>
  <p:handoutMasterIdLst>
    <p:handoutMasterId r:id="rId41"/>
  </p:handoutMasterIdLst>
  <p:sldIdLst>
    <p:sldId id="256" r:id="rId3"/>
    <p:sldId id="956" r:id="rId4"/>
    <p:sldId id="287" r:id="rId5"/>
    <p:sldId id="383" r:id="rId6"/>
    <p:sldId id="382" r:id="rId7"/>
    <p:sldId id="947" r:id="rId8"/>
    <p:sldId id="951" r:id="rId9"/>
    <p:sldId id="439" r:id="rId10"/>
    <p:sldId id="949" r:id="rId11"/>
    <p:sldId id="950" r:id="rId12"/>
    <p:sldId id="948" r:id="rId13"/>
    <p:sldId id="388" r:id="rId14"/>
    <p:sldId id="384" r:id="rId15"/>
    <p:sldId id="385" r:id="rId16"/>
    <p:sldId id="386" r:id="rId17"/>
    <p:sldId id="387" r:id="rId18"/>
    <p:sldId id="389" r:id="rId19"/>
    <p:sldId id="390" r:id="rId20"/>
    <p:sldId id="391" r:id="rId21"/>
    <p:sldId id="392" r:id="rId22"/>
    <p:sldId id="394" r:id="rId23"/>
    <p:sldId id="396" r:id="rId24"/>
    <p:sldId id="952" r:id="rId25"/>
    <p:sldId id="395" r:id="rId26"/>
    <p:sldId id="397" r:id="rId27"/>
    <p:sldId id="953" r:id="rId28"/>
    <p:sldId id="398" r:id="rId29"/>
    <p:sldId id="399" r:id="rId30"/>
    <p:sldId id="400" r:id="rId31"/>
    <p:sldId id="401" r:id="rId32"/>
    <p:sldId id="954" r:id="rId33"/>
    <p:sldId id="405" r:id="rId34"/>
    <p:sldId id="403" r:id="rId35"/>
    <p:sldId id="406" r:id="rId36"/>
    <p:sldId id="407" r:id="rId37"/>
    <p:sldId id="408" r:id="rId38"/>
    <p:sldId id="957" r:id="rId39"/>
  </p:sldIdLst>
  <p:sldSz cx="12192000" cy="6858000"/>
  <p:notesSz cx="7023100" cy="93091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72822"/>
    <a:srgbClr val="FFCAA0"/>
    <a:srgbClr val="0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9639" autoAdjust="0"/>
    <p:restoredTop sz="94660"/>
  </p:normalViewPr>
  <p:slideViewPr>
    <p:cSldViewPr snapToGrid="0" showGuides="1">
      <p:cViewPr varScale="1">
        <p:scale>
          <a:sx n="114" d="100"/>
          <a:sy n="114" d="100"/>
        </p:scale>
        <p:origin x="324" y="10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7" d="100"/>
          <a:sy n="87" d="100"/>
        </p:scale>
        <p:origin x="3798" y="7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slide" Target="slides/slide37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42" Type="http://schemas.openxmlformats.org/officeDocument/2006/relationships/presProps" Target="presProps.xml"/><Relationship Id="rId7" Type="http://schemas.openxmlformats.org/officeDocument/2006/relationships/slide" Target="slides/slide5.xml"/><Relationship Id="rId2" Type="http://schemas.openxmlformats.org/officeDocument/2006/relationships/slideMaster" Target="slideMasters/slideMaster1.xml"/><Relationship Id="rId16" Type="http://schemas.openxmlformats.org/officeDocument/2006/relationships/slide" Target="slides/slide14.xml"/><Relationship Id="rId29" Type="http://schemas.openxmlformats.org/officeDocument/2006/relationships/slide" Target="slides/slide27.xml"/><Relationship Id="rId1" Type="http://schemas.openxmlformats.org/officeDocument/2006/relationships/customXml" Target="../customXml/item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40" Type="http://schemas.openxmlformats.org/officeDocument/2006/relationships/notesMaster" Target="notesMasters/notesMaster1.xml"/><Relationship Id="rId45" Type="http://schemas.openxmlformats.org/officeDocument/2006/relationships/tableStyles" Target="tableStyle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4" Type="http://schemas.openxmlformats.org/officeDocument/2006/relationships/theme" Target="theme/theme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viewProps" Target="viewProps.xml"/><Relationship Id="rId8" Type="http://schemas.openxmlformats.org/officeDocument/2006/relationships/slide" Target="slides/slide6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20" Type="http://schemas.openxmlformats.org/officeDocument/2006/relationships/slide" Target="slides/slide18.xml"/><Relationship Id="rId41" Type="http://schemas.openxmlformats.org/officeDocument/2006/relationships/handoutMaster" Target="handoutMasters/handoutMaster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6787E9D6-2A90-4BCA-9917-059667D4BDBC}" type="doc">
      <dgm:prSet loTypeId="urn:microsoft.com/office/officeart/2005/8/layout/default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zh-CN"/>
        </a:p>
      </dgm:t>
    </dgm:pt>
    <dgm:pt modelId="{7D1E1409-B4D1-4074-90A1-337E7AFD5784}">
      <dgm:prSet phldrT="[文本]"/>
      <dgm:spPr>
        <a:solidFill>
          <a:schemeClr val="accent4">
            <a:lumMod val="75000"/>
          </a:schemeClr>
        </a:solidFill>
      </dgm:spPr>
      <dgm:t>
        <a:bodyPr/>
        <a:lstStyle/>
        <a:p>
          <a:r>
            <a:rPr lang="en-US" altLang="zh-CN" dirty="0">
              <a:latin typeface="Microsoft YaHei UI" panose="020B0503020204020204" pitchFamily="34" charset="-122"/>
              <a:ea typeface="Microsoft YaHei UI" panose="020B0503020204020204" pitchFamily="34" charset="-122"/>
            </a:rPr>
            <a:t>2.</a:t>
          </a:r>
          <a:r>
            <a:rPr lang="zh-CN" altLang="en-US" dirty="0">
              <a:latin typeface="Microsoft YaHei UI" panose="020B0503020204020204" pitchFamily="34" charset="-122"/>
              <a:ea typeface="Microsoft YaHei UI" panose="020B0503020204020204" pitchFamily="34" charset="-122"/>
            </a:rPr>
            <a:t>完美立方</a:t>
          </a:r>
          <a:endParaRPr lang="zh-CN" dirty="0">
            <a:latin typeface="Microsoft YaHei UI" panose="020B0503020204020204" pitchFamily="34" charset="-122"/>
            <a:ea typeface="Microsoft YaHei UI" panose="020B0503020204020204" pitchFamily="34" charset="-122"/>
          </a:endParaRPr>
        </a:p>
      </dgm:t>
    </dgm:pt>
    <dgm:pt modelId="{3A22935D-9DC8-463F-B9FD-A51FA2726A84}" type="parTrans" cxnId="{7D8B7E75-4507-4B72-AA00-67CAF20DBBA1}">
      <dgm:prSet/>
      <dgm:spPr/>
      <dgm:t>
        <a:bodyPr/>
        <a:lstStyle/>
        <a:p>
          <a:endParaRPr lang="zh-CN">
            <a:latin typeface="Microsoft YaHei UI" panose="020B0503020204020204" pitchFamily="34" charset="-122"/>
            <a:ea typeface="Microsoft YaHei UI" panose="020B0503020204020204" pitchFamily="34" charset="-122"/>
          </a:endParaRPr>
        </a:p>
      </dgm:t>
    </dgm:pt>
    <dgm:pt modelId="{BD917192-454C-479E-9824-7CFC05C66C75}" type="sibTrans" cxnId="{7D8B7E75-4507-4B72-AA00-67CAF20DBBA1}">
      <dgm:prSet/>
      <dgm:spPr/>
      <dgm:t>
        <a:bodyPr/>
        <a:lstStyle/>
        <a:p>
          <a:endParaRPr lang="zh-CN">
            <a:latin typeface="Microsoft YaHei UI" panose="020B0503020204020204" pitchFamily="34" charset="-122"/>
            <a:ea typeface="Microsoft YaHei UI" panose="020B0503020204020204" pitchFamily="34" charset="-122"/>
          </a:endParaRPr>
        </a:p>
      </dgm:t>
    </dgm:pt>
    <dgm:pt modelId="{13EF7743-F837-4C14-ABD5-BECC83A95EAC}">
      <dgm:prSet phldrT="[文本]"/>
      <dgm:spPr>
        <a:solidFill>
          <a:schemeClr val="accent4"/>
        </a:solidFill>
      </dgm:spPr>
      <dgm:t>
        <a:bodyPr/>
        <a:lstStyle/>
        <a:p>
          <a:r>
            <a:rPr lang="en-US" altLang="zh-CN" dirty="0">
              <a:latin typeface="Microsoft YaHei UI" panose="020B0503020204020204" pitchFamily="34" charset="-122"/>
              <a:ea typeface="Microsoft YaHei UI" panose="020B0503020204020204" pitchFamily="34" charset="-122"/>
            </a:rPr>
            <a:t>3.</a:t>
          </a:r>
          <a:r>
            <a:rPr lang="zh-CN" altLang="en-US" dirty="0">
              <a:latin typeface="Microsoft YaHei UI" panose="020B0503020204020204" pitchFamily="34" charset="-122"/>
              <a:ea typeface="Microsoft YaHei UI" panose="020B0503020204020204" pitchFamily="34" charset="-122"/>
            </a:rPr>
            <a:t>人的周期</a:t>
          </a:r>
          <a:endParaRPr lang="zh-CN" dirty="0">
            <a:latin typeface="Microsoft YaHei UI" panose="020B0503020204020204" pitchFamily="34" charset="-122"/>
            <a:ea typeface="Microsoft YaHei UI" panose="020B0503020204020204" pitchFamily="34" charset="-122"/>
          </a:endParaRPr>
        </a:p>
      </dgm:t>
    </dgm:pt>
    <dgm:pt modelId="{1AB9E8ED-F37F-42EF-A40F-6CF38FF36144}" type="parTrans" cxnId="{E0FE3E93-CFA9-48C8-AD4F-12EAB3CE8C4B}">
      <dgm:prSet/>
      <dgm:spPr/>
      <dgm:t>
        <a:bodyPr/>
        <a:lstStyle/>
        <a:p>
          <a:endParaRPr lang="zh-CN">
            <a:latin typeface="Microsoft YaHei UI" panose="020B0503020204020204" pitchFamily="34" charset="-122"/>
            <a:ea typeface="Microsoft YaHei UI" panose="020B0503020204020204" pitchFamily="34" charset="-122"/>
          </a:endParaRPr>
        </a:p>
      </dgm:t>
    </dgm:pt>
    <dgm:pt modelId="{7A3CABFC-B025-4192-AB4B-30AD3C21050A}" type="sibTrans" cxnId="{E0FE3E93-CFA9-48C8-AD4F-12EAB3CE8C4B}">
      <dgm:prSet/>
      <dgm:spPr/>
      <dgm:t>
        <a:bodyPr/>
        <a:lstStyle/>
        <a:p>
          <a:endParaRPr lang="zh-CN">
            <a:latin typeface="Microsoft YaHei UI" panose="020B0503020204020204" pitchFamily="34" charset="-122"/>
            <a:ea typeface="Microsoft YaHei UI" panose="020B0503020204020204" pitchFamily="34" charset="-122"/>
          </a:endParaRPr>
        </a:p>
      </dgm:t>
    </dgm:pt>
    <dgm:pt modelId="{5D68DDC3-675B-4FA3-BF42-6CEC3951F4B2}">
      <dgm:prSet phldrT="[文本]"/>
      <dgm:spPr>
        <a:solidFill>
          <a:schemeClr val="bg2">
            <a:lumMod val="75000"/>
          </a:schemeClr>
        </a:solidFill>
      </dgm:spPr>
      <dgm:t>
        <a:bodyPr/>
        <a:lstStyle/>
        <a:p>
          <a:r>
            <a:rPr lang="en-US" altLang="zh-CN" dirty="0">
              <a:latin typeface="Microsoft YaHei UI" panose="020B0503020204020204" pitchFamily="34" charset="-122"/>
              <a:ea typeface="Microsoft YaHei UI" panose="020B0503020204020204" pitchFamily="34" charset="-122"/>
            </a:rPr>
            <a:t>4.</a:t>
          </a:r>
          <a:r>
            <a:rPr lang="zh-CN" altLang="en-US" dirty="0">
              <a:latin typeface="Microsoft YaHei UI" panose="020B0503020204020204" pitchFamily="34" charset="-122"/>
              <a:ea typeface="Microsoft YaHei UI" panose="020B0503020204020204" pitchFamily="34" charset="-122"/>
            </a:rPr>
            <a:t>假币问题</a:t>
          </a:r>
          <a:endParaRPr lang="zh-CN" dirty="0">
            <a:latin typeface="Microsoft YaHei UI" panose="020B0503020204020204" pitchFamily="34" charset="-122"/>
            <a:ea typeface="Microsoft YaHei UI" panose="020B0503020204020204" pitchFamily="34" charset="-122"/>
          </a:endParaRPr>
        </a:p>
      </dgm:t>
    </dgm:pt>
    <dgm:pt modelId="{10B478FF-4A06-4485-BF9C-F5EB4E7A35D8}" type="parTrans" cxnId="{2B11A69E-6302-4615-BDCA-1BCA5A9CE21A}">
      <dgm:prSet/>
      <dgm:spPr/>
      <dgm:t>
        <a:bodyPr/>
        <a:lstStyle/>
        <a:p>
          <a:endParaRPr lang="zh-CN">
            <a:latin typeface="Microsoft YaHei UI" panose="020B0503020204020204" pitchFamily="34" charset="-122"/>
            <a:ea typeface="Microsoft YaHei UI" panose="020B0503020204020204" pitchFamily="34" charset="-122"/>
          </a:endParaRPr>
        </a:p>
      </dgm:t>
    </dgm:pt>
    <dgm:pt modelId="{C2396741-9B38-4260-9FCD-B02D01C072DB}" type="sibTrans" cxnId="{2B11A69E-6302-4615-BDCA-1BCA5A9CE21A}">
      <dgm:prSet/>
      <dgm:spPr/>
      <dgm:t>
        <a:bodyPr/>
        <a:lstStyle/>
        <a:p>
          <a:endParaRPr lang="zh-CN">
            <a:latin typeface="Microsoft YaHei UI" panose="020B0503020204020204" pitchFamily="34" charset="-122"/>
            <a:ea typeface="Microsoft YaHei UI" panose="020B0503020204020204" pitchFamily="34" charset="-122"/>
          </a:endParaRPr>
        </a:p>
      </dgm:t>
    </dgm:pt>
    <dgm:pt modelId="{A1AC21EB-051E-4271-9ECE-27995E86A1E2}">
      <dgm:prSet phldrT="[文本]"/>
      <dgm:spPr>
        <a:solidFill>
          <a:schemeClr val="bg2"/>
        </a:solidFill>
      </dgm:spPr>
      <dgm:t>
        <a:bodyPr/>
        <a:lstStyle/>
        <a:p>
          <a:r>
            <a:rPr lang="en-US" altLang="zh-CN" dirty="0">
              <a:latin typeface="Microsoft YaHei UI" panose="020B0503020204020204" pitchFamily="34" charset="-122"/>
              <a:ea typeface="Microsoft YaHei UI" panose="020B0503020204020204" pitchFamily="34" charset="-122"/>
            </a:rPr>
            <a:t>1.A+B</a:t>
          </a:r>
          <a:endParaRPr lang="zh-CN" dirty="0">
            <a:latin typeface="Microsoft YaHei UI" panose="020B0503020204020204" pitchFamily="34" charset="-122"/>
            <a:ea typeface="Microsoft YaHei UI" panose="020B0503020204020204" pitchFamily="34" charset="-122"/>
          </a:endParaRPr>
        </a:p>
      </dgm:t>
    </dgm:pt>
    <dgm:pt modelId="{E49BCB5D-310F-4EA4-AD64-EFD6AFE01D44}" type="parTrans" cxnId="{EF25171E-6243-484E-91BD-3DCECCF11800}">
      <dgm:prSet/>
      <dgm:spPr/>
      <dgm:t>
        <a:bodyPr/>
        <a:lstStyle/>
        <a:p>
          <a:endParaRPr lang="zh-CN" altLang="en-US"/>
        </a:p>
      </dgm:t>
    </dgm:pt>
    <dgm:pt modelId="{6C2FD3E6-053D-4E32-B472-08E3A4ECF268}" type="sibTrans" cxnId="{EF25171E-6243-484E-91BD-3DCECCF11800}">
      <dgm:prSet/>
      <dgm:spPr/>
      <dgm:t>
        <a:bodyPr/>
        <a:lstStyle/>
        <a:p>
          <a:endParaRPr lang="zh-CN" altLang="en-US"/>
        </a:p>
      </dgm:t>
    </dgm:pt>
    <dgm:pt modelId="{D822D75A-238A-426D-A9D3-A664472FE3B0}" type="pres">
      <dgm:prSet presAssocID="{6787E9D6-2A90-4BCA-9917-059667D4BDBC}" presName="diagram" presStyleCnt="0">
        <dgm:presLayoutVars>
          <dgm:dir/>
          <dgm:resizeHandles val="exact"/>
        </dgm:presLayoutVars>
      </dgm:prSet>
      <dgm:spPr/>
      <dgm:t>
        <a:bodyPr/>
        <a:lstStyle/>
        <a:p>
          <a:endParaRPr lang="zh-CN" altLang="en-US"/>
        </a:p>
      </dgm:t>
    </dgm:pt>
    <dgm:pt modelId="{2583739F-B201-4652-B5FD-8ED1FE1EDFDE}" type="pres">
      <dgm:prSet presAssocID="{A1AC21EB-051E-4271-9ECE-27995E86A1E2}" presName="node" presStyleLbl="node1" presStyleIdx="0" presStyleCnt="4">
        <dgm:presLayoutVars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E0623765-0440-44AB-A72E-2F60A0DAFE60}" type="pres">
      <dgm:prSet presAssocID="{6C2FD3E6-053D-4E32-B472-08E3A4ECF268}" presName="sibTrans" presStyleCnt="0"/>
      <dgm:spPr/>
    </dgm:pt>
    <dgm:pt modelId="{12395514-DBA0-4CED-89BE-7504CBC7A432}" type="pres">
      <dgm:prSet presAssocID="{7D1E1409-B4D1-4074-90A1-337E7AFD5784}" presName="node" presStyleLbl="node1" presStyleIdx="1" presStyleCnt="4">
        <dgm:presLayoutVars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9D32A82B-4674-4EDF-9D7F-64365CA69702}" type="pres">
      <dgm:prSet presAssocID="{BD917192-454C-479E-9824-7CFC05C66C75}" presName="sibTrans" presStyleCnt="0"/>
      <dgm:spPr/>
    </dgm:pt>
    <dgm:pt modelId="{CA859311-5D60-4C23-8215-E2A3B961A589}" type="pres">
      <dgm:prSet presAssocID="{13EF7743-F837-4C14-ABD5-BECC83A95EAC}" presName="node" presStyleLbl="node1" presStyleIdx="2" presStyleCnt="4">
        <dgm:presLayoutVars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F40EDF61-C988-4772-90F2-66FCA11242B4}" type="pres">
      <dgm:prSet presAssocID="{7A3CABFC-B025-4192-AB4B-30AD3C21050A}" presName="sibTrans" presStyleCnt="0"/>
      <dgm:spPr/>
    </dgm:pt>
    <dgm:pt modelId="{C2764FD5-F4FD-48B7-AC49-58329BEF3D17}" type="pres">
      <dgm:prSet presAssocID="{5D68DDC3-675B-4FA3-BF42-6CEC3951F4B2}" presName="node" presStyleLbl="node1" presStyleIdx="3" presStyleCnt="4">
        <dgm:presLayoutVars>
          <dgm:bulletEnabled val="1"/>
        </dgm:presLayoutVars>
      </dgm:prSet>
      <dgm:spPr/>
      <dgm:t>
        <a:bodyPr/>
        <a:lstStyle/>
        <a:p>
          <a:endParaRPr lang="zh-CN" altLang="en-US"/>
        </a:p>
      </dgm:t>
    </dgm:pt>
  </dgm:ptLst>
  <dgm:cxnLst>
    <dgm:cxn modelId="{3D6D20F6-1A2E-4066-BF4F-40756FE5F5D3}" type="presOf" srcId="{A1AC21EB-051E-4271-9ECE-27995E86A1E2}" destId="{2583739F-B201-4652-B5FD-8ED1FE1EDFDE}" srcOrd="0" destOrd="0" presId="urn:microsoft.com/office/officeart/2005/8/layout/default"/>
    <dgm:cxn modelId="{298AB989-BCA0-40CE-97B4-05346C027985}" type="presOf" srcId="{5D68DDC3-675B-4FA3-BF42-6CEC3951F4B2}" destId="{C2764FD5-F4FD-48B7-AC49-58329BEF3D17}" srcOrd="0" destOrd="0" presId="urn:microsoft.com/office/officeart/2005/8/layout/default"/>
    <dgm:cxn modelId="{2B11A69E-6302-4615-BDCA-1BCA5A9CE21A}" srcId="{6787E9D6-2A90-4BCA-9917-059667D4BDBC}" destId="{5D68DDC3-675B-4FA3-BF42-6CEC3951F4B2}" srcOrd="3" destOrd="0" parTransId="{10B478FF-4A06-4485-BF9C-F5EB4E7A35D8}" sibTransId="{C2396741-9B38-4260-9FCD-B02D01C072DB}"/>
    <dgm:cxn modelId="{8AB2172E-ABE5-4A7B-AEE2-AAB49C5C17E2}" type="presOf" srcId="{7D1E1409-B4D1-4074-90A1-337E7AFD5784}" destId="{12395514-DBA0-4CED-89BE-7504CBC7A432}" srcOrd="0" destOrd="0" presId="urn:microsoft.com/office/officeart/2005/8/layout/default"/>
    <dgm:cxn modelId="{7D8B7E75-4507-4B72-AA00-67CAF20DBBA1}" srcId="{6787E9D6-2A90-4BCA-9917-059667D4BDBC}" destId="{7D1E1409-B4D1-4074-90A1-337E7AFD5784}" srcOrd="1" destOrd="0" parTransId="{3A22935D-9DC8-463F-B9FD-A51FA2726A84}" sibTransId="{BD917192-454C-479E-9824-7CFC05C66C75}"/>
    <dgm:cxn modelId="{7AFE1CCF-9F9F-446D-9A67-F179FF3ECBA6}" type="presOf" srcId="{6787E9D6-2A90-4BCA-9917-059667D4BDBC}" destId="{D822D75A-238A-426D-A9D3-A664472FE3B0}" srcOrd="0" destOrd="0" presId="urn:microsoft.com/office/officeart/2005/8/layout/default"/>
    <dgm:cxn modelId="{D2B56931-80FF-43A3-A6F0-CE758E553668}" type="presOf" srcId="{13EF7743-F837-4C14-ABD5-BECC83A95EAC}" destId="{CA859311-5D60-4C23-8215-E2A3B961A589}" srcOrd="0" destOrd="0" presId="urn:microsoft.com/office/officeart/2005/8/layout/default"/>
    <dgm:cxn modelId="{EF25171E-6243-484E-91BD-3DCECCF11800}" srcId="{6787E9D6-2A90-4BCA-9917-059667D4BDBC}" destId="{A1AC21EB-051E-4271-9ECE-27995E86A1E2}" srcOrd="0" destOrd="0" parTransId="{E49BCB5D-310F-4EA4-AD64-EFD6AFE01D44}" sibTransId="{6C2FD3E6-053D-4E32-B472-08E3A4ECF268}"/>
    <dgm:cxn modelId="{E0FE3E93-CFA9-48C8-AD4F-12EAB3CE8C4B}" srcId="{6787E9D6-2A90-4BCA-9917-059667D4BDBC}" destId="{13EF7743-F837-4C14-ABD5-BECC83A95EAC}" srcOrd="2" destOrd="0" parTransId="{1AB9E8ED-F37F-42EF-A40F-6CF38FF36144}" sibTransId="{7A3CABFC-B025-4192-AB4B-30AD3C21050A}"/>
    <dgm:cxn modelId="{0806442F-F91C-4138-9BB8-6251C0863198}" type="presParOf" srcId="{D822D75A-238A-426D-A9D3-A664472FE3B0}" destId="{2583739F-B201-4652-B5FD-8ED1FE1EDFDE}" srcOrd="0" destOrd="0" presId="urn:microsoft.com/office/officeart/2005/8/layout/default"/>
    <dgm:cxn modelId="{43051A80-C992-4DC4-83F2-93C0BF44695D}" type="presParOf" srcId="{D822D75A-238A-426D-A9D3-A664472FE3B0}" destId="{E0623765-0440-44AB-A72E-2F60A0DAFE60}" srcOrd="1" destOrd="0" presId="urn:microsoft.com/office/officeart/2005/8/layout/default"/>
    <dgm:cxn modelId="{72585E9D-06C0-4BB6-B227-DDF8D456E714}" type="presParOf" srcId="{D822D75A-238A-426D-A9D3-A664472FE3B0}" destId="{12395514-DBA0-4CED-89BE-7504CBC7A432}" srcOrd="2" destOrd="0" presId="urn:microsoft.com/office/officeart/2005/8/layout/default"/>
    <dgm:cxn modelId="{411C175E-9C57-4258-84C1-1C348CB0CFAA}" type="presParOf" srcId="{D822D75A-238A-426D-A9D3-A664472FE3B0}" destId="{9D32A82B-4674-4EDF-9D7F-64365CA69702}" srcOrd="3" destOrd="0" presId="urn:microsoft.com/office/officeart/2005/8/layout/default"/>
    <dgm:cxn modelId="{AD9AF625-96AB-4030-82B2-F13C1A3DCBFC}" type="presParOf" srcId="{D822D75A-238A-426D-A9D3-A664472FE3B0}" destId="{CA859311-5D60-4C23-8215-E2A3B961A589}" srcOrd="4" destOrd="0" presId="urn:microsoft.com/office/officeart/2005/8/layout/default"/>
    <dgm:cxn modelId="{9C988D32-F6FA-4C36-AA7D-8607DB6325B8}" type="presParOf" srcId="{D822D75A-238A-426D-A9D3-A664472FE3B0}" destId="{F40EDF61-C988-4772-90F2-66FCA11242B4}" srcOrd="5" destOrd="0" presId="urn:microsoft.com/office/officeart/2005/8/layout/default"/>
    <dgm:cxn modelId="{9387C48D-279B-4D61-A8E1-C425CEBDF4BD}" type="presParOf" srcId="{D822D75A-238A-426D-A9D3-A664472FE3B0}" destId="{C2764FD5-F4FD-48B7-AC49-58329BEF3D17}" srcOrd="6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43238" cy="46672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latinLnBrk="0">
              <a:defRPr lang="zh-CN" sz="1200"/>
            </a:lvl1pPr>
          </a:lstStyle>
          <a:p>
            <a:endParaRPr lang="zh-CN" dirty="0">
              <a:ea typeface="Microsoft YaHei UI" panose="020B0503020204020204" pitchFamily="34" charset="-122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978275" y="0"/>
            <a:ext cx="3043238" cy="46672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latinLnBrk="0">
              <a:defRPr lang="zh-CN" sz="1200"/>
            </a:lvl1pPr>
          </a:lstStyle>
          <a:p>
            <a:fld id="{E574AC39-44E6-425E-AF49-CF7D189F346F}" type="datetimeFigureOut">
              <a:rPr lang="en-US" altLang="zh-CN" smtClean="0">
                <a:ea typeface="Microsoft YaHei UI" panose="020B0503020204020204" pitchFamily="34" charset="-122"/>
              </a:rPr>
              <a:t>3/1/2021</a:t>
            </a:fld>
            <a:endParaRPr lang="zh-CN" dirty="0">
              <a:ea typeface="Microsoft YaHei UI" panose="020B0503020204020204" pitchFamily="34" charset="-122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842375"/>
            <a:ext cx="3043238" cy="4667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latinLnBrk="0">
              <a:defRPr lang="zh-CN" sz="1200"/>
            </a:lvl1pPr>
          </a:lstStyle>
          <a:p>
            <a:endParaRPr lang="zh-CN" dirty="0">
              <a:ea typeface="Microsoft YaHei UI" panose="020B0503020204020204" pitchFamily="34" charset="-122"/>
            </a:endParaRPr>
          </a:p>
        </p:txBody>
      </p:sp>
      <p:sp>
        <p:nvSpPr>
          <p:cNvPr id="5" name="幻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978275" y="8842375"/>
            <a:ext cx="3043238" cy="4667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latinLnBrk="0">
              <a:defRPr lang="zh-CN" sz="1200"/>
            </a:lvl1pPr>
          </a:lstStyle>
          <a:p>
            <a:fld id="{6320F472-929B-459B-8D82-2FABCC5B32A0}" type="slidenum">
              <a:rPr lang="zh-CN" smtClean="0">
                <a:ea typeface="Microsoft YaHei UI" panose="020B0503020204020204" pitchFamily="34" charset="-122"/>
              </a:rPr>
              <a:t>‹#›</a:t>
            </a:fld>
            <a:endParaRPr lang="zh-CN" dirty="0">
              <a:ea typeface="Microsoft YaHei U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20226418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43343" cy="467072"/>
          </a:xfrm>
          <a:prstGeom prst="rect">
            <a:avLst/>
          </a:prstGeom>
        </p:spPr>
        <p:txBody>
          <a:bodyPr vert="horz" lIns="93324" tIns="46662" rIns="93324" bIns="46662" rtlCol="0"/>
          <a:lstStyle>
            <a:lvl1pPr algn="l" latinLnBrk="0">
              <a:defRPr lang="zh-CN" sz="1200">
                <a:ea typeface="Microsoft YaHei UI" panose="020B0503020204020204" pitchFamily="3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978132" y="0"/>
            <a:ext cx="3043343" cy="467072"/>
          </a:xfrm>
          <a:prstGeom prst="rect">
            <a:avLst/>
          </a:prstGeom>
        </p:spPr>
        <p:txBody>
          <a:bodyPr vert="horz" lIns="93324" tIns="46662" rIns="93324" bIns="46662" rtlCol="0"/>
          <a:lstStyle>
            <a:lvl1pPr algn="r" latinLnBrk="0">
              <a:defRPr lang="zh-CN" sz="1200">
                <a:ea typeface="Microsoft YaHei UI" panose="020B0503020204020204" pitchFamily="34" charset="-122"/>
              </a:defRPr>
            </a:lvl1pPr>
          </a:lstStyle>
          <a:p>
            <a:fld id="{DF2775BC-6312-42C7-B7C5-EA6783C2D9CA}" type="datetimeFigureOut">
              <a:rPr lang="en-US" altLang="zh-CN" smtClean="0"/>
              <a:pPr/>
              <a:t>3/1/2021</a:t>
            </a:fld>
            <a:endParaRPr lang="zh-CN" altLang="en-US" dirty="0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719138" y="1163638"/>
            <a:ext cx="5584825" cy="3141662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3324" tIns="46662" rIns="93324" bIns="46662" rtlCol="0" anchor="ctr"/>
          <a:lstStyle/>
          <a:p>
            <a:endParaRPr lang="zh-CN" dirty="0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702310" y="4480004"/>
            <a:ext cx="5618480" cy="3665458"/>
          </a:xfrm>
          <a:prstGeom prst="rect">
            <a:avLst/>
          </a:prstGeom>
        </p:spPr>
        <p:txBody>
          <a:bodyPr vert="horz" lIns="93324" tIns="46662" rIns="93324" bIns="46662" rtlCol="0"/>
          <a:lstStyle/>
          <a:p>
            <a:pPr lvl="0"/>
            <a:r>
              <a:rPr lang="zh-CN" dirty="0"/>
              <a:t>单击此处编辑母版文本样式</a:t>
            </a:r>
          </a:p>
          <a:p>
            <a:pPr lvl="1"/>
            <a:r>
              <a:rPr lang="zh-CN" dirty="0"/>
              <a:t>第二级</a:t>
            </a:r>
          </a:p>
          <a:p>
            <a:pPr lvl="2"/>
            <a:r>
              <a:rPr lang="zh-CN" dirty="0"/>
              <a:t>第三级</a:t>
            </a:r>
          </a:p>
          <a:p>
            <a:pPr lvl="3"/>
            <a:r>
              <a:rPr lang="zh-CN" dirty="0"/>
              <a:t>第四级</a:t>
            </a:r>
          </a:p>
          <a:p>
            <a:pPr lvl="4"/>
            <a:r>
              <a:rPr lang="zh-CN" dirty="0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842030"/>
            <a:ext cx="3043343" cy="467071"/>
          </a:xfrm>
          <a:prstGeom prst="rect">
            <a:avLst/>
          </a:prstGeom>
        </p:spPr>
        <p:txBody>
          <a:bodyPr vert="horz" lIns="93324" tIns="46662" rIns="93324" bIns="46662" rtlCol="0" anchor="b"/>
          <a:lstStyle>
            <a:lvl1pPr algn="l" latinLnBrk="0">
              <a:defRPr lang="zh-CN" sz="1200">
                <a:ea typeface="Microsoft YaHei UI" panose="020B0503020204020204" pitchFamily="3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7" name="幻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978132" y="8842030"/>
            <a:ext cx="3043343" cy="467071"/>
          </a:xfrm>
          <a:prstGeom prst="rect">
            <a:avLst/>
          </a:prstGeom>
        </p:spPr>
        <p:txBody>
          <a:bodyPr vert="horz" lIns="93324" tIns="46662" rIns="93324" bIns="46662" rtlCol="0" anchor="b"/>
          <a:lstStyle>
            <a:lvl1pPr algn="r" latinLnBrk="0">
              <a:defRPr lang="zh-CN" sz="1200">
                <a:ea typeface="Microsoft YaHei UI" panose="020B0503020204020204" pitchFamily="34" charset="-122"/>
              </a:defRPr>
            </a:lvl1pPr>
          </a:lstStyle>
          <a:p>
            <a:fld id="{67F715A1-4ADC-44E0-9587-804FF39D6B22}" type="slidenum">
              <a:rPr lang="en-US" altLang="zh-CN" smtClean="0"/>
              <a:pPr/>
              <a:t>‹#›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172984200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lang="zh-CN" sz="1200" kern="1200">
        <a:solidFill>
          <a:schemeClr val="tx1"/>
        </a:solidFill>
        <a:latin typeface="+mn-lt"/>
        <a:ea typeface="Microsoft YaHei UI" panose="020B0503020204020204" pitchFamily="34" charset="-122"/>
        <a:cs typeface="+mn-cs"/>
      </a:defRPr>
    </a:lvl1pPr>
    <a:lvl2pPr marL="457200" algn="l" defTabSz="914400" rtl="0" eaLnBrk="1" latinLnBrk="0" hangingPunct="1">
      <a:defRPr lang="zh-CN" sz="1200" kern="1200">
        <a:solidFill>
          <a:schemeClr val="tx1"/>
        </a:solidFill>
        <a:latin typeface="+mn-lt"/>
        <a:ea typeface="Microsoft YaHei UI" panose="020B0503020204020204" pitchFamily="34" charset="-122"/>
        <a:cs typeface="+mn-cs"/>
      </a:defRPr>
    </a:lvl2pPr>
    <a:lvl3pPr marL="914400" algn="l" defTabSz="914400" rtl="0" eaLnBrk="1" latinLnBrk="0" hangingPunct="1">
      <a:defRPr lang="zh-CN" sz="1200" kern="1200">
        <a:solidFill>
          <a:schemeClr val="tx1"/>
        </a:solidFill>
        <a:latin typeface="+mn-lt"/>
        <a:ea typeface="Microsoft YaHei UI" panose="020B0503020204020204" pitchFamily="34" charset="-122"/>
        <a:cs typeface="+mn-cs"/>
      </a:defRPr>
    </a:lvl3pPr>
    <a:lvl4pPr marL="1371600" algn="l" defTabSz="914400" rtl="0" eaLnBrk="1" latinLnBrk="0" hangingPunct="1">
      <a:defRPr lang="zh-CN" sz="1200" kern="1200">
        <a:solidFill>
          <a:schemeClr val="tx1"/>
        </a:solidFill>
        <a:latin typeface="+mn-lt"/>
        <a:ea typeface="Microsoft YaHei UI" panose="020B0503020204020204" pitchFamily="34" charset="-122"/>
        <a:cs typeface="+mn-cs"/>
      </a:defRPr>
    </a:lvl4pPr>
    <a:lvl5pPr marL="1828800" algn="l" defTabSz="914400" rtl="0" eaLnBrk="1" latinLnBrk="0" hangingPunct="1">
      <a:defRPr lang="zh-CN" sz="1200" kern="1200">
        <a:solidFill>
          <a:schemeClr val="tx1"/>
        </a:solidFill>
        <a:latin typeface="+mn-lt"/>
        <a:ea typeface="Microsoft YaHei UI" panose="020B0503020204020204" pitchFamily="34" charset="-122"/>
        <a:cs typeface="+mn-cs"/>
      </a:defRPr>
    </a:lvl5pPr>
    <a:lvl6pPr marL="2286000" algn="l" defTabSz="914400" rtl="0" eaLnBrk="1" latinLnBrk="0" hangingPunct="1">
      <a:defRPr lang="zh-CN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lang="zh-CN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lang="zh-CN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lang="zh-CN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 latinLnBrk="0">
              <a:defRPr lang="zh-CN" sz="7200"/>
            </a:lvl1pPr>
          </a:lstStyle>
          <a:p>
            <a:r>
              <a:rPr lang="zh-CN" altLang="en-US"/>
              <a:t>单击此处编辑母版标题样式</a:t>
            </a:r>
            <a:endParaRPr lang="zh-CN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 latinLnBrk="0">
              <a:buNone/>
              <a:defRPr lang="zh-CN" cap="all">
                <a:solidFill>
                  <a:schemeClr val="accent1"/>
                </a:solidFill>
              </a:defRPr>
            </a:lvl1pPr>
            <a:lvl2pPr marL="457200" indent="0" algn="ctr" latinLnBrk="0">
              <a:buNone/>
              <a:defRPr lang="zh-CN"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 latinLnBrk="0">
              <a:buNone/>
              <a:defRPr lang="zh-CN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 latinLnBrk="0">
              <a:buNone/>
              <a:defRPr lang="zh-CN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 latinLnBrk="0">
              <a:buNone/>
              <a:defRPr lang="zh-CN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 latinLnBrk="0">
              <a:buNone/>
              <a:defRPr lang="zh-CN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 latinLnBrk="0">
              <a:buNone/>
              <a:defRPr lang="zh-CN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 latinLnBrk="0">
              <a:buNone/>
              <a:defRPr lang="zh-CN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 latinLnBrk="0">
              <a:buNone/>
              <a:defRPr lang="zh-CN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单击此处编辑母版副标题样式</a:t>
            </a:r>
            <a:endParaRPr lang="zh-CN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/>
          <a:lstStyle/>
          <a:p>
            <a:fld id="{40FF0622-75E4-48B8-A617-5428CA5926CE}" type="datetimeFigureOut">
              <a:t>2021/3/1</a:t>
            </a:fld>
            <a:endParaRPr 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/>
          <a:lstStyle/>
          <a:p>
            <a:endParaRPr lang="zh-CN"/>
          </a:p>
        </p:txBody>
      </p:sp>
      <p:sp>
        <p:nvSpPr>
          <p:cNvPr id="6" name="幻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875541-8164-4CC7-9F2F-6F0C49BB858D}" type="slidenum">
              <a:t>‹#›</a:t>
            </a:fld>
            <a:endParaRPr lang="zh-CN"/>
          </a:p>
        </p:txBody>
      </p:sp>
    </p:spTree>
    <p:extLst>
      <p:ext uri="{BB962C8B-B14F-4D97-AF65-F5344CB8AC3E}">
        <p14:creationId xmlns:p14="http://schemas.microsoft.com/office/powerpoint/2010/main" val="94089278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lnSpc>
                <a:spcPct val="150000"/>
              </a:lnSpc>
              <a:defRPr sz="3200"/>
            </a:lvl1pPr>
            <a:lvl2pPr>
              <a:lnSpc>
                <a:spcPct val="150000"/>
              </a:lnSpc>
              <a:defRPr sz="2800"/>
            </a:lvl2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  <a:endParaRPr lang="zh-CN" dirty="0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/>
          <a:lstStyle/>
          <a:p>
            <a:fld id="{40FF0622-75E4-48B8-A617-5428CA5926CE}" type="datetimeFigureOut">
              <a:t>2021/3/1</a:t>
            </a:fld>
            <a:endParaRPr 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/>
          <a:lstStyle/>
          <a:p>
            <a:endParaRPr lang="zh-CN" dirty="0"/>
          </a:p>
        </p:txBody>
      </p:sp>
      <p:sp>
        <p:nvSpPr>
          <p:cNvPr id="6" name="幻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875541-8164-4CC7-9F2F-6F0C49BB858D}" type="slidenum">
              <a:t>‹#›</a:t>
            </a:fld>
            <a:endParaRPr lang="zh-CN"/>
          </a:p>
        </p:txBody>
      </p:sp>
    </p:spTree>
    <p:extLst>
      <p:ext uri="{BB962C8B-B14F-4D97-AF65-F5344CB8AC3E}">
        <p14:creationId xmlns:p14="http://schemas.microsoft.com/office/powerpoint/2010/main" val="25224467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代码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0" y="0"/>
            <a:ext cx="12192000" cy="6858000"/>
          </a:xfrm>
          <a:solidFill>
            <a:srgbClr val="272822"/>
          </a:solidFill>
        </p:spPr>
        <p:txBody>
          <a:bodyPr/>
          <a:lstStyle>
            <a:lvl1pPr>
              <a:lnSpc>
                <a:spcPct val="150000"/>
              </a:lnSpc>
              <a:defRPr sz="3200"/>
            </a:lvl1pPr>
            <a:lvl2pPr>
              <a:defRPr sz="2800"/>
            </a:lvl2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</p:txBody>
      </p:sp>
    </p:spTree>
    <p:extLst>
      <p:ext uri="{BB962C8B-B14F-4D97-AF65-F5344CB8AC3E}">
        <p14:creationId xmlns:p14="http://schemas.microsoft.com/office/powerpoint/2010/main" val="39132928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 latinLnBrk="0">
              <a:defRPr lang="zh-CN" sz="4000" b="0" cap="none"/>
            </a:lvl1pPr>
          </a:lstStyle>
          <a:p>
            <a:r>
              <a:rPr lang="zh-CN" altLang="en-US"/>
              <a:t>单击此处编辑母版标题样式</a:t>
            </a:r>
            <a:endParaRPr lang="zh-CN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 latinLnBrk="0">
              <a:buNone/>
              <a:defRPr lang="zh-CN" sz="2000" cap="all">
                <a:solidFill>
                  <a:schemeClr val="accent1"/>
                </a:solidFill>
              </a:defRPr>
            </a:lvl1pPr>
            <a:lvl2pPr marL="457200" indent="0" latinLnBrk="0">
              <a:buNone/>
              <a:defRPr lang="zh-CN"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 latinLnBrk="0">
              <a:buNone/>
              <a:defRPr lang="zh-CN"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latinLnBrk="0">
              <a:buNone/>
              <a:defRPr lang="zh-CN"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latinLnBrk="0">
              <a:buNone/>
              <a:defRPr lang="zh-CN"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latinLnBrk="0">
              <a:buNone/>
              <a:defRPr lang="zh-CN"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latinLnBrk="0">
              <a:buNone/>
              <a:defRPr lang="zh-CN"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latinLnBrk="0">
              <a:buNone/>
              <a:defRPr lang="zh-CN"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latinLnBrk="0">
              <a:buNone/>
              <a:defRPr lang="zh-CN"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/>
          <a:lstStyle/>
          <a:p>
            <a:fld id="{40FF0622-75E4-48B8-A617-5428CA5926CE}" type="datetimeFigureOut">
              <a:t>2021/3/1</a:t>
            </a:fld>
            <a:endParaRPr 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/>
          <a:lstStyle/>
          <a:p>
            <a:endParaRPr lang="zh-CN"/>
          </a:p>
        </p:txBody>
      </p:sp>
      <p:sp>
        <p:nvSpPr>
          <p:cNvPr id="6" name="幻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875541-8164-4CC7-9F2F-6F0C49BB858D}" type="slidenum">
              <a:t>‹#›</a:t>
            </a:fld>
            <a:endParaRPr lang="zh-CN"/>
          </a:p>
        </p:txBody>
      </p:sp>
    </p:spTree>
    <p:extLst>
      <p:ext uri="{BB962C8B-B14F-4D97-AF65-F5344CB8AC3E}">
        <p14:creationId xmlns:p14="http://schemas.microsoft.com/office/powerpoint/2010/main" val="236299836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 latinLnBrk="0">
              <a:defRPr lang="zh-CN" sz="1800"/>
            </a:lvl1pPr>
            <a:lvl2pPr latinLnBrk="0">
              <a:defRPr lang="zh-CN" sz="1600"/>
            </a:lvl2pPr>
            <a:lvl3pPr latinLnBrk="0">
              <a:defRPr lang="zh-CN" sz="1400"/>
            </a:lvl3pPr>
            <a:lvl4pPr latinLnBrk="0">
              <a:defRPr lang="zh-CN" sz="1200"/>
            </a:lvl4pPr>
            <a:lvl5pPr latinLnBrk="0">
              <a:defRPr lang="zh-CN" sz="1200"/>
            </a:lvl5pPr>
            <a:lvl6pPr latinLnBrk="0">
              <a:defRPr lang="zh-CN" sz="1200"/>
            </a:lvl6pPr>
            <a:lvl7pPr latinLnBrk="0">
              <a:defRPr lang="zh-CN" sz="1200"/>
            </a:lvl7pPr>
            <a:lvl8pPr latinLnBrk="0">
              <a:defRPr lang="zh-CN" sz="1200"/>
            </a:lvl8pPr>
            <a:lvl9pPr latinLnBrk="0">
              <a:defRPr lang="zh-CN" sz="12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zh-CN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 latinLnBrk="0">
              <a:defRPr lang="zh-CN" sz="1800"/>
            </a:lvl1pPr>
            <a:lvl2pPr latinLnBrk="0">
              <a:defRPr lang="zh-CN" sz="1600"/>
            </a:lvl2pPr>
            <a:lvl3pPr latinLnBrk="0">
              <a:defRPr lang="zh-CN" sz="1400"/>
            </a:lvl3pPr>
            <a:lvl4pPr latinLnBrk="0">
              <a:defRPr lang="zh-CN" sz="1200"/>
            </a:lvl4pPr>
            <a:lvl5pPr latinLnBrk="0">
              <a:defRPr lang="zh-CN" sz="1200"/>
            </a:lvl5pPr>
            <a:lvl6pPr latinLnBrk="0">
              <a:defRPr lang="zh-CN" sz="1200"/>
            </a:lvl6pPr>
            <a:lvl7pPr latinLnBrk="0">
              <a:defRPr lang="zh-CN" sz="1200"/>
            </a:lvl7pPr>
            <a:lvl8pPr latinLnBrk="0">
              <a:defRPr lang="zh-CN" sz="1200"/>
            </a:lvl8pPr>
            <a:lvl9pPr latinLnBrk="0">
              <a:defRPr lang="zh-CN" sz="12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zh-CN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/>
          <a:lstStyle/>
          <a:p>
            <a:fld id="{40FF0622-75E4-48B8-A617-5428CA5926CE}" type="datetimeFigureOut">
              <a:t>2021/3/1</a:t>
            </a:fld>
            <a:endParaRPr 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/>
          <a:lstStyle/>
          <a:p>
            <a:endParaRPr lang="zh-CN"/>
          </a:p>
        </p:txBody>
      </p:sp>
      <p:sp>
        <p:nvSpPr>
          <p:cNvPr id="7" name="幻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875541-8164-4CC7-9F2F-6F0C49BB858D}" type="slidenum">
              <a:t>‹#›</a:t>
            </a:fld>
            <a:endParaRPr lang="zh-CN"/>
          </a:p>
        </p:txBody>
      </p:sp>
    </p:spTree>
    <p:extLst>
      <p:ext uri="{BB962C8B-B14F-4D97-AF65-F5344CB8AC3E}">
        <p14:creationId xmlns:p14="http://schemas.microsoft.com/office/powerpoint/2010/main" val="161220878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latinLnBrk="0">
              <a:defRPr lang="zh-CN"/>
            </a:lvl1pPr>
          </a:lstStyle>
          <a:p>
            <a:r>
              <a:rPr lang="zh-CN" altLang="en-US"/>
              <a:t>单击此处编辑母版标题样式</a:t>
            </a:r>
            <a:endParaRPr lang="zh-CN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 latinLnBrk="0">
              <a:buNone/>
              <a:defRPr lang="zh-CN" sz="2400" b="0">
                <a:solidFill>
                  <a:schemeClr val="accent1"/>
                </a:solidFill>
              </a:defRPr>
            </a:lvl1pPr>
            <a:lvl2pPr marL="457200" indent="0" latinLnBrk="0">
              <a:buNone/>
              <a:defRPr lang="zh-CN" sz="2000" b="1"/>
            </a:lvl2pPr>
            <a:lvl3pPr marL="914400" indent="0" latinLnBrk="0">
              <a:buNone/>
              <a:defRPr lang="zh-CN" sz="1800" b="1"/>
            </a:lvl3pPr>
            <a:lvl4pPr marL="1371600" indent="0" latinLnBrk="0">
              <a:buNone/>
              <a:defRPr lang="zh-CN" sz="1600" b="1"/>
            </a:lvl4pPr>
            <a:lvl5pPr marL="1828800" indent="0" latinLnBrk="0">
              <a:buNone/>
              <a:defRPr lang="zh-CN" sz="1600" b="1"/>
            </a:lvl5pPr>
            <a:lvl6pPr marL="2286000" indent="0" latinLnBrk="0">
              <a:buNone/>
              <a:defRPr lang="zh-CN" sz="1600" b="1"/>
            </a:lvl6pPr>
            <a:lvl7pPr marL="2743200" indent="0" latinLnBrk="0">
              <a:buNone/>
              <a:defRPr lang="zh-CN" sz="1600" b="1"/>
            </a:lvl7pPr>
            <a:lvl8pPr marL="3200400" indent="0" latinLnBrk="0">
              <a:buNone/>
              <a:defRPr lang="zh-CN" sz="1600" b="1"/>
            </a:lvl8pPr>
            <a:lvl9pPr marL="3657600" indent="0" latinLnBrk="0">
              <a:buNone/>
              <a:defRPr lang="zh-CN"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 latinLnBrk="0">
              <a:defRPr lang="zh-CN" sz="1800"/>
            </a:lvl1pPr>
            <a:lvl2pPr latinLnBrk="0">
              <a:defRPr lang="zh-CN" sz="1600"/>
            </a:lvl2pPr>
            <a:lvl3pPr latinLnBrk="0">
              <a:defRPr lang="zh-CN" sz="1400"/>
            </a:lvl3pPr>
            <a:lvl4pPr latinLnBrk="0">
              <a:defRPr lang="zh-CN" sz="1200"/>
            </a:lvl4pPr>
            <a:lvl5pPr latinLnBrk="0">
              <a:defRPr lang="zh-CN" sz="1200"/>
            </a:lvl5pPr>
            <a:lvl6pPr latinLnBrk="0">
              <a:defRPr lang="zh-CN" sz="1200"/>
            </a:lvl6pPr>
            <a:lvl7pPr latinLnBrk="0">
              <a:defRPr lang="zh-CN" sz="1200"/>
            </a:lvl7pPr>
            <a:lvl8pPr latinLnBrk="0">
              <a:defRPr lang="zh-CN" sz="1200"/>
            </a:lvl8pPr>
            <a:lvl9pPr latinLnBrk="0">
              <a:defRPr lang="zh-CN" sz="12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zh-CN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 latinLnBrk="0">
              <a:buNone/>
              <a:defRPr lang="zh-CN" sz="2400" b="0">
                <a:solidFill>
                  <a:schemeClr val="accent1"/>
                </a:solidFill>
              </a:defRPr>
            </a:lvl1pPr>
            <a:lvl2pPr marL="457200" indent="0" latinLnBrk="0">
              <a:buNone/>
              <a:defRPr lang="zh-CN" sz="2000" b="1"/>
            </a:lvl2pPr>
            <a:lvl3pPr marL="914400" indent="0" latinLnBrk="0">
              <a:buNone/>
              <a:defRPr lang="zh-CN" sz="1800" b="1"/>
            </a:lvl3pPr>
            <a:lvl4pPr marL="1371600" indent="0" latinLnBrk="0">
              <a:buNone/>
              <a:defRPr lang="zh-CN" sz="1600" b="1"/>
            </a:lvl4pPr>
            <a:lvl5pPr marL="1828800" indent="0" latinLnBrk="0">
              <a:buNone/>
              <a:defRPr lang="zh-CN" sz="1600" b="1"/>
            </a:lvl5pPr>
            <a:lvl6pPr marL="2286000" indent="0" latinLnBrk="0">
              <a:buNone/>
              <a:defRPr lang="zh-CN" sz="1600" b="1"/>
            </a:lvl6pPr>
            <a:lvl7pPr marL="2743200" indent="0" latinLnBrk="0">
              <a:buNone/>
              <a:defRPr lang="zh-CN" sz="1600" b="1"/>
            </a:lvl7pPr>
            <a:lvl8pPr marL="3200400" indent="0" latinLnBrk="0">
              <a:buNone/>
              <a:defRPr lang="zh-CN" sz="1600" b="1"/>
            </a:lvl8pPr>
            <a:lvl9pPr marL="3657600" indent="0" latinLnBrk="0">
              <a:buNone/>
              <a:defRPr lang="zh-CN"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 latinLnBrk="0">
              <a:defRPr lang="zh-CN" sz="1800"/>
            </a:lvl1pPr>
            <a:lvl2pPr latinLnBrk="0">
              <a:defRPr lang="zh-CN" sz="1600"/>
            </a:lvl2pPr>
            <a:lvl3pPr latinLnBrk="0">
              <a:defRPr lang="zh-CN" sz="1400"/>
            </a:lvl3pPr>
            <a:lvl4pPr latinLnBrk="0">
              <a:defRPr lang="zh-CN" sz="1200"/>
            </a:lvl4pPr>
            <a:lvl5pPr latinLnBrk="0">
              <a:defRPr lang="zh-CN" sz="1200"/>
            </a:lvl5pPr>
            <a:lvl6pPr latinLnBrk="0">
              <a:defRPr lang="zh-CN" sz="1200"/>
            </a:lvl6pPr>
            <a:lvl7pPr latinLnBrk="0">
              <a:defRPr lang="zh-CN" sz="1200"/>
            </a:lvl7pPr>
            <a:lvl8pPr latinLnBrk="0">
              <a:defRPr lang="zh-CN" sz="1200"/>
            </a:lvl8pPr>
            <a:lvl9pPr latinLnBrk="0">
              <a:defRPr lang="zh-CN" sz="12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zh-CN" dirty="0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/>
          <a:lstStyle/>
          <a:p>
            <a:fld id="{40FF0622-75E4-48B8-A617-5428CA5926CE}" type="datetimeFigureOut">
              <a:t>2021/3/1</a:t>
            </a:fld>
            <a:endParaRPr lang="zh-CN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/>
          <a:lstStyle/>
          <a:p>
            <a:endParaRPr lang="zh-CN"/>
          </a:p>
        </p:txBody>
      </p:sp>
      <p:sp>
        <p:nvSpPr>
          <p:cNvPr id="9" name="幻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875541-8164-4CC7-9F2F-6F0C49BB858D}" type="slidenum">
              <a:t>‹#›</a:t>
            </a:fld>
            <a:endParaRPr lang="zh-CN"/>
          </a:p>
        </p:txBody>
      </p:sp>
    </p:spTree>
    <p:extLst>
      <p:ext uri="{BB962C8B-B14F-4D97-AF65-F5344CB8AC3E}">
        <p14:creationId xmlns:p14="http://schemas.microsoft.com/office/powerpoint/2010/main" val="318220283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/>
          </a:p>
        </p:txBody>
      </p:sp>
      <p:sp>
        <p:nvSpPr>
          <p:cNvPr id="7" name="日期占位符 2"/>
          <p:cNvSpPr>
            <a:spLocks noGrp="1"/>
          </p:cNvSpPr>
          <p:nvPr>
            <p:ph type="dt" sz="half" idx="10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/>
          <a:lstStyle/>
          <a:p>
            <a:fld id="{40FF0622-75E4-48B8-A617-5428CA5926CE}" type="datetimeFigureOut">
              <a:t>2021/3/1</a:t>
            </a:fld>
            <a:endParaRPr lang="zh-CN"/>
          </a:p>
        </p:txBody>
      </p:sp>
      <p:sp>
        <p:nvSpPr>
          <p:cNvPr id="5" name="页脚占位符 3"/>
          <p:cNvSpPr>
            <a:spLocks noGrp="1"/>
          </p:cNvSpPr>
          <p:nvPr>
            <p:ph type="ftr" sz="quarter" idx="11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/>
          <a:lstStyle/>
          <a:p>
            <a:endParaRPr lang="zh-CN"/>
          </a:p>
        </p:txBody>
      </p:sp>
      <p:sp>
        <p:nvSpPr>
          <p:cNvPr id="6" name="幻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875541-8164-4CC7-9F2F-6F0C49BB858D}" type="slidenum">
              <a:t>‹#›</a:t>
            </a:fld>
            <a:endParaRPr lang="zh-CN"/>
          </a:p>
        </p:txBody>
      </p:sp>
    </p:spTree>
    <p:extLst>
      <p:ext uri="{BB962C8B-B14F-4D97-AF65-F5344CB8AC3E}">
        <p14:creationId xmlns:p14="http://schemas.microsoft.com/office/powerpoint/2010/main" val="135912311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日期占位符 1"/>
          <p:cNvSpPr>
            <a:spLocks noGrp="1"/>
          </p:cNvSpPr>
          <p:nvPr>
            <p:ph type="dt" sz="half" idx="10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/>
          <a:lstStyle/>
          <a:p>
            <a:fld id="{40FF0622-75E4-48B8-A617-5428CA5926CE}" type="datetimeFigureOut">
              <a:t>2021/3/1</a:t>
            </a:fld>
            <a:endParaRPr lang="zh-CN"/>
          </a:p>
        </p:txBody>
      </p:sp>
      <p:sp>
        <p:nvSpPr>
          <p:cNvPr id="5" name="页脚占位符 2"/>
          <p:cNvSpPr>
            <a:spLocks noGrp="1"/>
          </p:cNvSpPr>
          <p:nvPr>
            <p:ph type="ftr" sz="quarter" idx="11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/>
          <a:lstStyle/>
          <a:p>
            <a:endParaRPr lang="zh-CN"/>
          </a:p>
        </p:txBody>
      </p:sp>
      <p:sp>
        <p:nvSpPr>
          <p:cNvPr id="6" name="幻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875541-8164-4CC7-9F2F-6F0C49BB858D}" type="slidenum">
              <a:t>‹#›</a:t>
            </a:fld>
            <a:endParaRPr lang="zh-CN"/>
          </a:p>
        </p:txBody>
      </p:sp>
    </p:spTree>
    <p:extLst>
      <p:ext uri="{BB962C8B-B14F-4D97-AF65-F5344CB8AC3E}">
        <p14:creationId xmlns:p14="http://schemas.microsoft.com/office/powerpoint/2010/main" val="45153161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题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3401064" cy="1447800"/>
          </a:xfrm>
        </p:spPr>
        <p:txBody>
          <a:bodyPr anchor="b"/>
          <a:lstStyle>
            <a:lvl1pPr algn="l" latinLnBrk="0">
              <a:defRPr lang="zh-CN" sz="2400" b="0"/>
            </a:lvl1pPr>
          </a:lstStyle>
          <a:p>
            <a:r>
              <a:rPr lang="zh-CN" altLang="en-US"/>
              <a:t>单击此处编辑母版标题样式</a:t>
            </a:r>
            <a:endParaRPr lang="zh-CN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 latinLnBrk="0">
              <a:defRPr lang="zh-CN" sz="2000"/>
            </a:lvl1pPr>
            <a:lvl2pPr latinLnBrk="0">
              <a:defRPr lang="zh-CN" sz="1800"/>
            </a:lvl2pPr>
            <a:lvl3pPr latinLnBrk="0">
              <a:defRPr lang="zh-CN" sz="1600"/>
            </a:lvl3pPr>
            <a:lvl4pPr latinLnBrk="0">
              <a:defRPr lang="zh-CN" sz="1400"/>
            </a:lvl4pPr>
            <a:lvl5pPr latinLnBrk="0">
              <a:defRPr lang="zh-CN" sz="1400"/>
            </a:lvl5pPr>
            <a:lvl6pPr latinLnBrk="0">
              <a:defRPr lang="zh-CN" sz="1400"/>
            </a:lvl6pPr>
            <a:lvl7pPr latinLnBrk="0">
              <a:defRPr lang="zh-CN" sz="1400"/>
            </a:lvl7pPr>
            <a:lvl8pPr latinLnBrk="0">
              <a:defRPr lang="zh-CN" sz="1400"/>
            </a:lvl8pPr>
            <a:lvl9pPr latinLnBrk="0">
              <a:defRPr lang="zh-CN"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zh-CN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154954" y="3129280"/>
            <a:ext cx="3401063" cy="2895599"/>
          </a:xfrm>
        </p:spPr>
        <p:txBody>
          <a:bodyPr/>
          <a:lstStyle>
            <a:lvl1pPr marL="0" indent="0" latinLnBrk="0">
              <a:buNone/>
              <a:defRPr lang="zh-CN" sz="1400"/>
            </a:lvl1pPr>
            <a:lvl2pPr marL="457200" indent="0" latinLnBrk="0">
              <a:buNone/>
              <a:defRPr lang="zh-CN" sz="1200"/>
            </a:lvl2pPr>
            <a:lvl3pPr marL="914400" indent="0" latinLnBrk="0">
              <a:buNone/>
              <a:defRPr lang="zh-CN" sz="1000"/>
            </a:lvl3pPr>
            <a:lvl4pPr marL="1371600" indent="0" latinLnBrk="0">
              <a:buNone/>
              <a:defRPr lang="zh-CN" sz="900"/>
            </a:lvl4pPr>
            <a:lvl5pPr marL="1828800" indent="0" latinLnBrk="0">
              <a:buNone/>
              <a:defRPr lang="zh-CN" sz="900"/>
            </a:lvl5pPr>
            <a:lvl6pPr marL="2286000" indent="0" latinLnBrk="0">
              <a:buNone/>
              <a:defRPr lang="zh-CN" sz="900"/>
            </a:lvl6pPr>
            <a:lvl7pPr marL="2743200" indent="0" latinLnBrk="0">
              <a:buNone/>
              <a:defRPr lang="zh-CN" sz="900"/>
            </a:lvl7pPr>
            <a:lvl8pPr marL="3200400" indent="0" latinLnBrk="0">
              <a:buNone/>
              <a:defRPr lang="zh-CN" sz="900"/>
            </a:lvl8pPr>
            <a:lvl9pPr marL="3657600" indent="0" latinLnBrk="0">
              <a:buNone/>
              <a:defRPr lang="zh-CN"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7" name="日期占位符 4"/>
          <p:cNvSpPr>
            <a:spLocks noGrp="1"/>
          </p:cNvSpPr>
          <p:nvPr>
            <p:ph type="dt" sz="half" idx="10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/>
          <a:lstStyle/>
          <a:p>
            <a:fld id="{40FF0622-75E4-48B8-A617-5428CA5926CE}" type="datetimeFigureOut">
              <a:t>2021/3/1</a:t>
            </a:fld>
            <a:endParaRPr lang="zh-CN"/>
          </a:p>
        </p:txBody>
      </p:sp>
      <p:sp>
        <p:nvSpPr>
          <p:cNvPr id="5" name="页脚占位符 5"/>
          <p:cNvSpPr>
            <a:spLocks noGrp="1"/>
          </p:cNvSpPr>
          <p:nvPr>
            <p:ph type="ftr" sz="quarter" idx="11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/>
          <a:lstStyle/>
          <a:p>
            <a:endParaRPr lang="zh-CN"/>
          </a:p>
        </p:txBody>
      </p:sp>
      <p:sp>
        <p:nvSpPr>
          <p:cNvPr id="6" name="幻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875541-8164-4CC7-9F2F-6F0C49BB858D}" type="slidenum">
              <a:t>‹#›</a:t>
            </a:fld>
            <a:endParaRPr lang="zh-CN"/>
          </a:p>
        </p:txBody>
      </p:sp>
    </p:spTree>
    <p:extLst>
      <p:ext uri="{BB962C8B-B14F-4D97-AF65-F5344CB8AC3E}">
        <p14:creationId xmlns:p14="http://schemas.microsoft.com/office/powerpoint/2010/main" val="175798923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题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 latinLnBrk="0">
              <a:defRPr lang="zh-CN" sz="3600" b="0"/>
            </a:lvl1pPr>
          </a:lstStyle>
          <a:p>
            <a:r>
              <a:rPr lang="zh-CN" altLang="en-US"/>
              <a:t>单击此处编辑母版标题样式</a:t>
            </a:r>
            <a:endParaRPr lang="zh-CN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ctr">
            <a:normAutofit/>
          </a:bodyPr>
          <a:lstStyle>
            <a:lvl1pPr marL="0" indent="0" algn="ctr" latinLnBrk="0">
              <a:buNone/>
              <a:defRPr lang="zh-CN" sz="1600"/>
            </a:lvl1pPr>
            <a:lvl2pPr marL="457200" indent="0" latinLnBrk="0">
              <a:buNone/>
              <a:defRPr lang="zh-CN" sz="2800"/>
            </a:lvl2pPr>
            <a:lvl3pPr marL="914400" indent="0" latinLnBrk="0">
              <a:buNone/>
              <a:defRPr lang="zh-CN" sz="2400"/>
            </a:lvl3pPr>
            <a:lvl4pPr marL="1371600" indent="0" latinLnBrk="0">
              <a:buNone/>
              <a:defRPr lang="zh-CN" sz="2000"/>
            </a:lvl4pPr>
            <a:lvl5pPr marL="1828800" indent="0" latinLnBrk="0">
              <a:buNone/>
              <a:defRPr lang="zh-CN" sz="2000"/>
            </a:lvl5pPr>
            <a:lvl6pPr marL="2286000" indent="0" latinLnBrk="0">
              <a:buNone/>
              <a:defRPr lang="zh-CN" sz="2000"/>
            </a:lvl6pPr>
            <a:lvl7pPr marL="2743200" indent="0" latinLnBrk="0">
              <a:buNone/>
              <a:defRPr lang="zh-CN" sz="2000"/>
            </a:lvl7pPr>
            <a:lvl8pPr marL="3200400" indent="0" latinLnBrk="0">
              <a:buNone/>
              <a:defRPr lang="zh-CN" sz="2000"/>
            </a:lvl8pPr>
            <a:lvl9pPr marL="3657600" indent="0" latinLnBrk="0">
              <a:buNone/>
              <a:defRPr lang="zh-CN" sz="2000"/>
            </a:lvl9pPr>
          </a:lstStyle>
          <a:p>
            <a:r>
              <a:rPr lang="zh-CN" altLang="en-US"/>
              <a:t>单击图标添加图片</a:t>
            </a:r>
            <a:endParaRPr lang="zh-CN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 latinLnBrk="0">
              <a:buNone/>
              <a:defRPr lang="zh-CN" sz="1400"/>
            </a:lvl1pPr>
            <a:lvl2pPr marL="457200" indent="0" latinLnBrk="0">
              <a:buNone/>
              <a:defRPr lang="zh-CN" sz="1200"/>
            </a:lvl2pPr>
            <a:lvl3pPr marL="914400" indent="0" latinLnBrk="0">
              <a:buNone/>
              <a:defRPr lang="zh-CN" sz="1000"/>
            </a:lvl3pPr>
            <a:lvl4pPr marL="1371600" indent="0" latinLnBrk="0">
              <a:buNone/>
              <a:defRPr lang="zh-CN" sz="900"/>
            </a:lvl4pPr>
            <a:lvl5pPr marL="1828800" indent="0" latinLnBrk="0">
              <a:buNone/>
              <a:defRPr lang="zh-CN" sz="900"/>
            </a:lvl5pPr>
            <a:lvl6pPr marL="2286000" indent="0" latinLnBrk="0">
              <a:buNone/>
              <a:defRPr lang="zh-CN" sz="900"/>
            </a:lvl6pPr>
            <a:lvl7pPr marL="2743200" indent="0" latinLnBrk="0">
              <a:buNone/>
              <a:defRPr lang="zh-CN" sz="900"/>
            </a:lvl7pPr>
            <a:lvl8pPr marL="3200400" indent="0" latinLnBrk="0">
              <a:buNone/>
              <a:defRPr lang="zh-CN" sz="900"/>
            </a:lvl8pPr>
            <a:lvl9pPr marL="3657600" indent="0" latinLnBrk="0">
              <a:buNone/>
              <a:defRPr lang="zh-CN"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/>
          <a:lstStyle/>
          <a:p>
            <a:fld id="{40FF0622-75E4-48B8-A617-5428CA5926CE}" type="datetimeFigureOut">
              <a:t>2021/3/1</a:t>
            </a:fld>
            <a:endParaRPr 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/>
          <a:lstStyle/>
          <a:p>
            <a:endParaRPr lang="zh-CN"/>
          </a:p>
        </p:txBody>
      </p:sp>
      <p:sp>
        <p:nvSpPr>
          <p:cNvPr id="7" name="幻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875541-8164-4CC7-9F2F-6F0C49BB858D}" type="slidenum">
              <a:t>‹#›</a:t>
            </a:fld>
            <a:endParaRPr lang="zh-CN"/>
          </a:p>
        </p:txBody>
      </p:sp>
    </p:spTree>
    <p:extLst>
      <p:ext uri="{BB962C8B-B14F-4D97-AF65-F5344CB8AC3E}">
        <p14:creationId xmlns:p14="http://schemas.microsoft.com/office/powerpoint/2010/main" val="66908596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全景图片与题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 latinLnBrk="0">
              <a:defRPr lang="zh-CN" sz="2400" b="0"/>
            </a:lvl1pPr>
          </a:lstStyle>
          <a:p>
            <a:r>
              <a:rPr lang="zh-CN" altLang="en-US"/>
              <a:t>单击此处编辑母版标题样式</a:t>
            </a:r>
            <a:endParaRPr lang="zh-CN"/>
          </a:p>
        </p:txBody>
      </p:sp>
      <p:sp>
        <p:nvSpPr>
          <p:cNvPr id="3" name="图片占位符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ctr">
            <a:normAutofit/>
          </a:bodyPr>
          <a:lstStyle>
            <a:lvl1pPr marL="0" indent="0" algn="ctr" latinLnBrk="0">
              <a:buNone/>
              <a:defRPr lang="zh-CN" sz="1600"/>
            </a:lvl1pPr>
            <a:lvl2pPr marL="457200" indent="0" latinLnBrk="0">
              <a:buNone/>
              <a:defRPr lang="zh-CN" sz="2800"/>
            </a:lvl2pPr>
            <a:lvl3pPr marL="914400" indent="0" latinLnBrk="0">
              <a:buNone/>
              <a:defRPr lang="zh-CN" sz="2400"/>
            </a:lvl3pPr>
            <a:lvl4pPr marL="1371600" indent="0" latinLnBrk="0">
              <a:buNone/>
              <a:defRPr lang="zh-CN" sz="2000"/>
            </a:lvl4pPr>
            <a:lvl5pPr marL="1828800" indent="0" latinLnBrk="0">
              <a:buNone/>
              <a:defRPr lang="zh-CN" sz="2000"/>
            </a:lvl5pPr>
            <a:lvl6pPr marL="2286000" indent="0" latinLnBrk="0">
              <a:buNone/>
              <a:defRPr lang="zh-CN" sz="2000"/>
            </a:lvl6pPr>
            <a:lvl7pPr marL="2743200" indent="0" latinLnBrk="0">
              <a:buNone/>
              <a:defRPr lang="zh-CN" sz="2000"/>
            </a:lvl7pPr>
            <a:lvl8pPr marL="3200400" indent="0" latinLnBrk="0">
              <a:buNone/>
              <a:defRPr lang="zh-CN" sz="2000"/>
            </a:lvl8pPr>
            <a:lvl9pPr marL="3657600" indent="0" latinLnBrk="0">
              <a:buNone/>
              <a:defRPr lang="zh-CN" sz="2000"/>
            </a:lvl9pPr>
          </a:lstStyle>
          <a:p>
            <a:r>
              <a:rPr lang="zh-CN" altLang="en-US"/>
              <a:t>单击图标添加图片</a:t>
            </a:r>
            <a:endParaRPr lang="zh-CN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 latinLnBrk="0">
              <a:buNone/>
              <a:defRPr lang="zh-CN" sz="1200"/>
            </a:lvl1pPr>
            <a:lvl2pPr marL="457200" indent="0" latinLnBrk="0">
              <a:buNone/>
              <a:defRPr lang="zh-CN" sz="1200"/>
            </a:lvl2pPr>
            <a:lvl3pPr marL="914400" indent="0" latinLnBrk="0">
              <a:buNone/>
              <a:defRPr lang="zh-CN" sz="1000"/>
            </a:lvl3pPr>
            <a:lvl4pPr marL="1371600" indent="0" latinLnBrk="0">
              <a:buNone/>
              <a:defRPr lang="zh-CN" sz="900"/>
            </a:lvl4pPr>
            <a:lvl5pPr marL="1828800" indent="0" latinLnBrk="0">
              <a:buNone/>
              <a:defRPr lang="zh-CN" sz="900"/>
            </a:lvl5pPr>
            <a:lvl6pPr marL="2286000" indent="0" latinLnBrk="0">
              <a:buNone/>
              <a:defRPr lang="zh-CN" sz="900"/>
            </a:lvl6pPr>
            <a:lvl7pPr marL="2743200" indent="0" latinLnBrk="0">
              <a:buNone/>
              <a:defRPr lang="zh-CN" sz="900"/>
            </a:lvl7pPr>
            <a:lvl8pPr marL="3200400" indent="0" latinLnBrk="0">
              <a:buNone/>
              <a:defRPr lang="zh-CN" sz="900"/>
            </a:lvl8pPr>
            <a:lvl9pPr marL="3657600" indent="0" latinLnBrk="0">
              <a:buNone/>
              <a:defRPr lang="zh-CN"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/>
          <a:lstStyle/>
          <a:p>
            <a:fld id="{40FF0622-75E4-48B8-A617-5428CA5926CE}" type="datetimeFigureOut">
              <a:t>2021/3/1</a:t>
            </a:fld>
            <a:endParaRPr 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/>
          <a:lstStyle/>
          <a:p>
            <a:endParaRPr lang="zh-CN"/>
          </a:p>
        </p:txBody>
      </p:sp>
      <p:sp>
        <p:nvSpPr>
          <p:cNvPr id="7" name="幻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875541-8164-4CC7-9F2F-6F0C49BB858D}" type="slidenum">
              <a:t>‹#›</a:t>
            </a:fld>
            <a:endParaRPr lang="zh-CN"/>
          </a:p>
        </p:txBody>
      </p:sp>
    </p:spTree>
    <p:extLst>
      <p:ext uri="{BB962C8B-B14F-4D97-AF65-F5344CB8AC3E}">
        <p14:creationId xmlns:p14="http://schemas.microsoft.com/office/powerpoint/2010/main" val="258139120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标题和题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 latinLnBrk="0">
              <a:defRPr lang="zh-CN" sz="4800"/>
            </a:lvl1pPr>
          </a:lstStyle>
          <a:p>
            <a:r>
              <a:rPr lang="zh-CN" altLang="en-US"/>
              <a:t>单击此处编辑母版标题样式</a:t>
            </a:r>
            <a:endParaRPr lang="zh-CN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/>
          <a:lstStyle/>
          <a:p>
            <a:fld id="{40FF0622-75E4-48B8-A617-5428CA5926CE}" type="datetimeFigureOut">
              <a:t>2021/3/1</a:t>
            </a:fld>
            <a:endParaRPr 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/>
          <a:lstStyle/>
          <a:p>
            <a:endParaRPr lang="zh-CN"/>
          </a:p>
        </p:txBody>
      </p:sp>
      <p:sp>
        <p:nvSpPr>
          <p:cNvPr id="6" name="幻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875541-8164-4CC7-9F2F-6F0C49BB858D}" type="slidenum">
              <a:t>‹#›</a:t>
            </a:fld>
            <a:endParaRPr lang="zh-CN"/>
          </a:p>
        </p:txBody>
      </p:sp>
      <p:sp>
        <p:nvSpPr>
          <p:cNvPr id="8" name="文本占位符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 latinLnBrk="0">
              <a:buNone/>
              <a:defRPr lang="zh-CN" sz="1800"/>
            </a:lvl1pPr>
            <a:lvl2pPr marL="457200" indent="0" latinLnBrk="0">
              <a:buNone/>
              <a:defRPr lang="zh-CN" sz="1200"/>
            </a:lvl2pPr>
            <a:lvl3pPr marL="914400" indent="0" latinLnBrk="0">
              <a:buNone/>
              <a:defRPr lang="zh-CN" sz="1000"/>
            </a:lvl3pPr>
            <a:lvl4pPr marL="1371600" indent="0" latinLnBrk="0">
              <a:buNone/>
              <a:defRPr lang="zh-CN" sz="900"/>
            </a:lvl4pPr>
            <a:lvl5pPr marL="1828800" indent="0" latinLnBrk="0">
              <a:buNone/>
              <a:defRPr lang="zh-CN" sz="900"/>
            </a:lvl5pPr>
            <a:lvl6pPr marL="2286000" indent="0" latinLnBrk="0">
              <a:buNone/>
              <a:defRPr lang="zh-CN" sz="900"/>
            </a:lvl6pPr>
            <a:lvl7pPr marL="2743200" indent="0" latinLnBrk="0">
              <a:buNone/>
              <a:defRPr lang="zh-CN" sz="900"/>
            </a:lvl7pPr>
            <a:lvl8pPr marL="3200400" indent="0" latinLnBrk="0">
              <a:buNone/>
              <a:defRPr lang="zh-CN" sz="900"/>
            </a:lvl8pPr>
            <a:lvl9pPr marL="3657600" indent="0" latinLnBrk="0">
              <a:buNone/>
              <a:defRPr lang="zh-CN"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164091526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引言与题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 latinLnBrk="0">
              <a:defRPr lang="zh-CN" sz="4800"/>
            </a:lvl1pPr>
          </a:lstStyle>
          <a:p>
            <a:r>
              <a:rPr lang="zh-CN" altLang="en-US"/>
              <a:t>单击此处编辑母版标题样式</a:t>
            </a:r>
            <a:endParaRPr lang="zh-CN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/>
          <a:lstStyle/>
          <a:p>
            <a:fld id="{40FF0622-75E4-48B8-A617-5428CA5926CE}" type="datetimeFigureOut">
              <a:t>2021/3/1</a:t>
            </a:fld>
            <a:endParaRPr 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/>
          <a:lstStyle/>
          <a:p>
            <a:endParaRPr lang="zh-CN"/>
          </a:p>
        </p:txBody>
      </p:sp>
      <p:sp>
        <p:nvSpPr>
          <p:cNvPr id="6" name="幻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875541-8164-4CC7-9F2F-6F0C49BB858D}" type="slidenum">
              <a:t>‹#›</a:t>
            </a:fld>
            <a:endParaRPr lang="zh-CN"/>
          </a:p>
        </p:txBody>
      </p:sp>
      <p:sp>
        <p:nvSpPr>
          <p:cNvPr id="10" name="文本占位符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 latinLnBrk="0">
              <a:buNone/>
              <a:defRPr lang="zh-CN" sz="1800"/>
            </a:lvl1pPr>
            <a:lvl2pPr marL="457200" indent="0" latinLnBrk="0">
              <a:buNone/>
              <a:defRPr lang="zh-CN" sz="1200"/>
            </a:lvl2pPr>
            <a:lvl3pPr marL="914400" indent="0" latinLnBrk="0">
              <a:buNone/>
              <a:defRPr lang="zh-CN" sz="1000"/>
            </a:lvl3pPr>
            <a:lvl4pPr marL="1371600" indent="0" latinLnBrk="0">
              <a:buNone/>
              <a:defRPr lang="zh-CN" sz="900"/>
            </a:lvl4pPr>
            <a:lvl5pPr marL="1828800" indent="0" latinLnBrk="0">
              <a:buNone/>
              <a:defRPr lang="zh-CN" sz="900"/>
            </a:lvl5pPr>
            <a:lvl6pPr marL="2286000" indent="0" latinLnBrk="0">
              <a:buNone/>
              <a:defRPr lang="zh-CN" sz="900"/>
            </a:lvl6pPr>
            <a:lvl7pPr marL="2743200" indent="0" latinLnBrk="0">
              <a:buNone/>
              <a:defRPr lang="zh-CN" sz="900"/>
            </a:lvl7pPr>
            <a:lvl8pPr marL="3200400" indent="0" latinLnBrk="0">
              <a:buNone/>
              <a:defRPr lang="zh-CN" sz="900"/>
            </a:lvl8pPr>
            <a:lvl9pPr marL="3657600" indent="0" latinLnBrk="0">
              <a:buNone/>
              <a:defRPr lang="zh-CN"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14" name="文本占位符 3"/>
          <p:cNvSpPr>
            <a:spLocks noGrp="1"/>
          </p:cNvSpPr>
          <p:nvPr>
            <p:ph type="body" sz="half" idx="13"/>
          </p:nvPr>
        </p:nvSpPr>
        <p:spPr>
          <a:xfrm>
            <a:off x="1930400" y="3771174"/>
            <a:ext cx="7385828" cy="342174"/>
          </a:xfrm>
        </p:spPr>
        <p:txBody>
          <a:bodyPr anchor="t">
            <a:normAutofit/>
          </a:bodyPr>
          <a:lstStyle>
            <a:lvl1pPr marL="0" indent="0" latinLnBrk="0">
              <a:buNone/>
              <a:defRPr lang="zh-CN" sz="1400" b="0" kern="1200" cap="small">
                <a:solidFill>
                  <a:schemeClr val="accent1"/>
                </a:solidFill>
                <a:latin typeface="+mj-lt"/>
                <a:ea typeface="Microsoft YaHei UI" panose="020B0503020204020204" pitchFamily="34" charset="-122"/>
                <a:cs typeface="+mj-cs"/>
              </a:defRPr>
            </a:lvl1pPr>
            <a:lvl2pPr marL="457200" indent="0" latinLnBrk="0">
              <a:buNone/>
              <a:defRPr lang="zh-CN" sz="1200"/>
            </a:lvl2pPr>
            <a:lvl3pPr marL="914400" indent="0" latinLnBrk="0">
              <a:buNone/>
              <a:defRPr lang="zh-CN" sz="1000"/>
            </a:lvl3pPr>
            <a:lvl4pPr marL="1371600" indent="0" latinLnBrk="0">
              <a:buNone/>
              <a:defRPr lang="zh-CN" sz="900"/>
            </a:lvl4pPr>
            <a:lvl5pPr marL="1828800" indent="0" latinLnBrk="0">
              <a:buNone/>
              <a:defRPr lang="zh-CN" sz="900"/>
            </a:lvl5pPr>
            <a:lvl6pPr marL="2286000" indent="0" latinLnBrk="0">
              <a:buNone/>
              <a:defRPr lang="zh-CN" sz="900"/>
            </a:lvl6pPr>
            <a:lvl7pPr marL="2743200" indent="0" latinLnBrk="0">
              <a:buNone/>
              <a:defRPr lang="zh-CN" sz="900"/>
            </a:lvl7pPr>
            <a:lvl8pPr marL="3200400" indent="0" latinLnBrk="0">
              <a:buNone/>
              <a:defRPr lang="zh-CN" sz="900"/>
            </a:lvl8pPr>
            <a:lvl9pPr marL="3657600" indent="0" latinLnBrk="0">
              <a:buNone/>
              <a:defRPr lang="zh-CN"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11" name="文本框 10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algn="r" latinLnBrk="0">
              <a:defRPr lang="zh-CN" sz="12200" b="0">
                <a:solidFill>
                  <a:schemeClr val="accent1"/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zh-CN" dirty="0">
                <a:ea typeface="Microsoft YaHei UI" panose="020B0503020204020204" pitchFamily="34" charset="-122"/>
              </a:rPr>
              <a:t>“</a:t>
            </a:r>
          </a:p>
        </p:txBody>
      </p:sp>
      <p:sp>
        <p:nvSpPr>
          <p:cNvPr id="13" name="文本框 12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algn="r" latinLnBrk="0">
              <a:defRPr lang="zh-CN" sz="12200" b="0">
                <a:solidFill>
                  <a:schemeClr val="accent1"/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zh-CN" dirty="0">
                <a:ea typeface="Microsoft YaHei UI" panose="020B0503020204020204" pitchFamily="34" charset="-122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34762168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名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59" cy="1653180"/>
          </a:xfrm>
        </p:spPr>
        <p:txBody>
          <a:bodyPr anchor="b"/>
          <a:lstStyle>
            <a:lvl1pPr algn="l" latinLnBrk="0">
              <a:defRPr lang="zh-CN" sz="4000" b="0" cap="none"/>
            </a:lvl1pPr>
          </a:lstStyle>
          <a:p>
            <a:r>
              <a:rPr lang="zh-CN" altLang="en-US"/>
              <a:t>单击此处编辑母版标题样式</a:t>
            </a:r>
            <a:endParaRPr lang="zh-CN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 latinLnBrk="0">
              <a:buNone/>
              <a:defRPr lang="zh-CN" sz="2000" cap="none">
                <a:solidFill>
                  <a:schemeClr val="accent1"/>
                </a:solidFill>
              </a:defRPr>
            </a:lvl1pPr>
            <a:lvl2pPr marL="457200" indent="0" latinLnBrk="0">
              <a:buNone/>
              <a:defRPr lang="zh-CN"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 latinLnBrk="0">
              <a:buNone/>
              <a:defRPr lang="zh-CN"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latinLnBrk="0">
              <a:buNone/>
              <a:defRPr lang="zh-CN"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latinLnBrk="0">
              <a:buNone/>
              <a:defRPr lang="zh-CN"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latinLnBrk="0">
              <a:buNone/>
              <a:defRPr lang="zh-CN"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latinLnBrk="0">
              <a:buNone/>
              <a:defRPr lang="zh-CN"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latinLnBrk="0">
              <a:buNone/>
              <a:defRPr lang="zh-CN"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latinLnBrk="0">
              <a:buNone/>
              <a:defRPr lang="zh-CN"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/>
          <a:lstStyle/>
          <a:p>
            <a:fld id="{40FF0622-75E4-48B8-A617-5428CA5926CE}" type="datetimeFigureOut">
              <a:t>2021/3/1</a:t>
            </a:fld>
            <a:endParaRPr 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/>
          <a:lstStyle/>
          <a:p>
            <a:endParaRPr lang="zh-CN"/>
          </a:p>
        </p:txBody>
      </p:sp>
      <p:sp>
        <p:nvSpPr>
          <p:cNvPr id="6" name="幻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875541-8164-4CC7-9F2F-6F0C49BB858D}" type="slidenum">
              <a:t>‹#›</a:t>
            </a:fld>
            <a:endParaRPr lang="zh-CN"/>
          </a:p>
        </p:txBody>
      </p:sp>
    </p:spTree>
    <p:extLst>
      <p:ext uri="{BB962C8B-B14F-4D97-AF65-F5344CB8AC3E}">
        <p14:creationId xmlns:p14="http://schemas.microsoft.com/office/powerpoint/2010/main" val="104946077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引言名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3163026"/>
          </a:xfrm>
        </p:spPr>
        <p:txBody>
          <a:bodyPr/>
          <a:lstStyle>
            <a:lvl1pPr latinLnBrk="0">
              <a:defRPr lang="zh-CN" sz="4800"/>
            </a:lvl1pPr>
          </a:lstStyle>
          <a:p>
            <a:r>
              <a:rPr lang="zh-CN" altLang="en-US"/>
              <a:t>单击此处编辑母版标题样式</a:t>
            </a:r>
            <a:endParaRPr lang="zh-CN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/>
          <a:lstStyle/>
          <a:p>
            <a:fld id="{40FF0622-75E4-48B8-A617-5428CA5926CE}" type="datetimeFigureOut">
              <a:t>2021/3/1</a:t>
            </a:fld>
            <a:endParaRPr 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/>
          <a:lstStyle/>
          <a:p>
            <a:endParaRPr lang="zh-CN"/>
          </a:p>
        </p:txBody>
      </p:sp>
      <p:sp>
        <p:nvSpPr>
          <p:cNvPr id="6" name="幻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875541-8164-4CC7-9F2F-6F0C49BB858D}" type="slidenum">
              <a:t>‹#›</a:t>
            </a:fld>
            <a:endParaRPr lang="zh-CN"/>
          </a:p>
        </p:txBody>
      </p:sp>
      <p:sp>
        <p:nvSpPr>
          <p:cNvPr id="8" name="文本占位符 3"/>
          <p:cNvSpPr>
            <a:spLocks noGrp="1"/>
          </p:cNvSpPr>
          <p:nvPr>
            <p:ph type="body" sz="half" idx="2"/>
          </p:nvPr>
        </p:nvSpPr>
        <p:spPr>
          <a:xfrm>
            <a:off x="1574801" y="4953000"/>
            <a:ext cx="7999315" cy="1074057"/>
          </a:xfrm>
        </p:spPr>
        <p:txBody>
          <a:bodyPr anchor="t">
            <a:normAutofit/>
          </a:bodyPr>
          <a:lstStyle>
            <a:lvl1pPr marL="0" indent="0" latinLnBrk="0">
              <a:buNone/>
              <a:defRPr lang="zh-CN" sz="1800" b="0" kern="1200">
                <a:solidFill>
                  <a:schemeClr val="accent1"/>
                </a:solidFill>
                <a:latin typeface="+mj-lt"/>
                <a:ea typeface="Microsoft YaHei UI" panose="020B0503020204020204" pitchFamily="34" charset="-122"/>
                <a:cs typeface="+mj-cs"/>
              </a:defRPr>
            </a:lvl1pPr>
            <a:lvl2pPr marL="457200" indent="0" latinLnBrk="0">
              <a:buNone/>
              <a:defRPr lang="zh-CN" sz="1200"/>
            </a:lvl2pPr>
            <a:lvl3pPr marL="914400" indent="0" latinLnBrk="0">
              <a:buNone/>
              <a:defRPr lang="zh-CN" sz="1000"/>
            </a:lvl3pPr>
            <a:lvl4pPr marL="1371600" indent="0" latinLnBrk="0">
              <a:buNone/>
              <a:defRPr lang="zh-CN" sz="900"/>
            </a:lvl4pPr>
            <a:lvl5pPr marL="1828800" indent="0" latinLnBrk="0">
              <a:buNone/>
              <a:defRPr lang="zh-CN" sz="900"/>
            </a:lvl5pPr>
            <a:lvl6pPr marL="2286000" indent="0" latinLnBrk="0">
              <a:buNone/>
              <a:defRPr lang="zh-CN" sz="900"/>
            </a:lvl6pPr>
            <a:lvl7pPr marL="2743200" indent="0" latinLnBrk="0">
              <a:buNone/>
              <a:defRPr lang="zh-CN" sz="900"/>
            </a:lvl7pPr>
            <a:lvl8pPr marL="3200400" indent="0" latinLnBrk="0">
              <a:buNone/>
              <a:defRPr lang="zh-CN" sz="900"/>
            </a:lvl8pPr>
            <a:lvl9pPr marL="3657600" indent="0" latinLnBrk="0">
              <a:buNone/>
              <a:defRPr lang="zh-CN"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11" name="文本框 10"/>
          <p:cNvSpPr txBox="1"/>
          <p:nvPr/>
        </p:nvSpPr>
        <p:spPr>
          <a:xfrm>
            <a:off x="9334033" y="331651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algn="r" latinLnBrk="0">
              <a:defRPr lang="zh-CN" sz="12200" b="0">
                <a:solidFill>
                  <a:schemeClr val="accent1"/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zh-CN" dirty="0">
                <a:ea typeface="Microsoft YaHei UI" panose="020B0503020204020204" pitchFamily="34" charset="-122"/>
              </a:rPr>
              <a:t>”</a:t>
            </a:r>
          </a:p>
        </p:txBody>
      </p:sp>
      <p:sp>
        <p:nvSpPr>
          <p:cNvPr id="14" name="文本框 13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algn="r" latinLnBrk="0">
              <a:defRPr lang="zh-CN" sz="12200" b="0">
                <a:solidFill>
                  <a:schemeClr val="accent1"/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zh-CN" dirty="0">
                <a:ea typeface="Microsoft YaHei UI" panose="020B0503020204020204" pitchFamily="34" charset="-122"/>
              </a:rPr>
              <a:t>“</a:t>
            </a:r>
          </a:p>
        </p:txBody>
      </p:sp>
    </p:spTree>
    <p:extLst>
      <p:ext uri="{BB962C8B-B14F-4D97-AF65-F5344CB8AC3E}">
        <p14:creationId xmlns:p14="http://schemas.microsoft.com/office/powerpoint/2010/main" val="166458405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真或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 latinLnBrk="0">
              <a:defRPr lang="zh-CN" sz="4800"/>
            </a:lvl1pPr>
          </a:lstStyle>
          <a:p>
            <a:r>
              <a:rPr lang="zh-CN" altLang="en-US"/>
              <a:t>单击此处编辑母版标题样式</a:t>
            </a:r>
            <a:endParaRPr lang="zh-CN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/>
          <a:lstStyle/>
          <a:p>
            <a:fld id="{40FF0622-75E4-48B8-A617-5428CA5926CE}" type="datetimeFigureOut">
              <a:t>2021/3/1</a:t>
            </a:fld>
            <a:endParaRPr 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/>
          <a:lstStyle/>
          <a:p>
            <a:endParaRPr lang="zh-CN"/>
          </a:p>
        </p:txBody>
      </p:sp>
      <p:sp>
        <p:nvSpPr>
          <p:cNvPr id="6" name="幻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875541-8164-4CC7-9F2F-6F0C49BB858D}" type="slidenum">
              <a:t>‹#›</a:t>
            </a:fld>
            <a:endParaRPr lang="zh-CN"/>
          </a:p>
        </p:txBody>
      </p:sp>
      <p:sp>
        <p:nvSpPr>
          <p:cNvPr id="10" name="文本占位符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t">
            <a:normAutofit/>
          </a:bodyPr>
          <a:lstStyle>
            <a:lvl1pPr marL="0" indent="0" latinLnBrk="0">
              <a:buNone/>
              <a:defRPr lang="zh-CN" sz="1800"/>
            </a:lvl1pPr>
            <a:lvl2pPr marL="457200" indent="0" latinLnBrk="0">
              <a:buNone/>
              <a:defRPr lang="zh-CN" sz="1200"/>
            </a:lvl2pPr>
            <a:lvl3pPr marL="914400" indent="0" latinLnBrk="0">
              <a:buNone/>
              <a:defRPr lang="zh-CN" sz="1000"/>
            </a:lvl3pPr>
            <a:lvl4pPr marL="1371600" indent="0" latinLnBrk="0">
              <a:buNone/>
              <a:defRPr lang="zh-CN" sz="900"/>
            </a:lvl4pPr>
            <a:lvl5pPr marL="1828800" indent="0" latinLnBrk="0">
              <a:buNone/>
              <a:defRPr lang="zh-CN" sz="900"/>
            </a:lvl5pPr>
            <a:lvl6pPr marL="2286000" indent="0" latinLnBrk="0">
              <a:buNone/>
              <a:defRPr lang="zh-CN" sz="900"/>
            </a:lvl6pPr>
            <a:lvl7pPr marL="2743200" indent="0" latinLnBrk="0">
              <a:buNone/>
              <a:defRPr lang="zh-CN" sz="900"/>
            </a:lvl7pPr>
            <a:lvl8pPr marL="3200400" indent="0" latinLnBrk="0">
              <a:buNone/>
              <a:defRPr lang="zh-CN" sz="900"/>
            </a:lvl8pPr>
            <a:lvl9pPr marL="3657600" indent="0" latinLnBrk="0">
              <a:buNone/>
              <a:defRPr lang="zh-CN"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13" name="文本占位符 3"/>
          <p:cNvSpPr>
            <a:spLocks noGrp="1"/>
          </p:cNvSpPr>
          <p:nvPr>
            <p:ph type="body" sz="half" idx="13"/>
          </p:nvPr>
        </p:nvSpPr>
        <p:spPr>
          <a:xfrm>
            <a:off x="1154953" y="3848610"/>
            <a:ext cx="8825659" cy="588517"/>
          </a:xfrm>
        </p:spPr>
        <p:txBody>
          <a:bodyPr anchor="b">
            <a:normAutofit/>
          </a:bodyPr>
          <a:lstStyle>
            <a:lvl1pPr marL="0" indent="0" algn="l" defTabSz="457200" rtl="0" eaLnBrk="1" latinLnBrk="0" hangingPunct="1">
              <a:buNone/>
              <a:defRPr lang="zh-CN" sz="3600" b="0" kern="1200" cap="none">
                <a:solidFill>
                  <a:schemeClr val="accent1"/>
                </a:solidFill>
                <a:latin typeface="+mj-lt"/>
                <a:ea typeface="Microsoft YaHei UI" panose="020B0503020204020204" pitchFamily="34" charset="-122"/>
                <a:cs typeface="+mj-cs"/>
              </a:defRPr>
            </a:lvl1pPr>
            <a:lvl2pPr marL="457200" indent="0" latinLnBrk="0">
              <a:buNone/>
              <a:defRPr lang="zh-CN" sz="1200"/>
            </a:lvl2pPr>
            <a:lvl3pPr marL="914400" indent="0" latinLnBrk="0">
              <a:buNone/>
              <a:defRPr lang="zh-CN" sz="1000"/>
            </a:lvl3pPr>
            <a:lvl4pPr marL="1371600" indent="0" latinLnBrk="0">
              <a:buNone/>
              <a:defRPr lang="zh-CN" sz="900"/>
            </a:lvl4pPr>
            <a:lvl5pPr marL="1828800" indent="0" latinLnBrk="0">
              <a:buNone/>
              <a:defRPr lang="zh-CN" sz="900"/>
            </a:lvl5pPr>
            <a:lvl6pPr marL="2286000" indent="0" latinLnBrk="0">
              <a:buNone/>
              <a:defRPr lang="zh-CN" sz="900"/>
            </a:lvl6pPr>
            <a:lvl7pPr marL="2743200" indent="0" latinLnBrk="0">
              <a:buNone/>
              <a:defRPr lang="zh-CN" sz="900"/>
            </a:lvl7pPr>
            <a:lvl8pPr marL="3200400" indent="0" latinLnBrk="0">
              <a:buNone/>
              <a:defRPr lang="zh-CN" sz="900"/>
            </a:lvl8pPr>
            <a:lvl9pPr marL="3657600" indent="0" latinLnBrk="0">
              <a:buNone/>
              <a:defRPr lang="zh-CN"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279222695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latinLnBrk="0">
              <a:defRPr lang="zh-CN" sz="4000"/>
            </a:lvl1pPr>
          </a:lstStyle>
          <a:p>
            <a:r>
              <a:rPr lang="zh-CN" altLang="en-US"/>
              <a:t>单击此处编辑母版标题样式</a:t>
            </a:r>
            <a:endParaRPr lang="zh-CN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 latinLnBrk="0">
              <a:buNone/>
              <a:defRPr lang="zh-CN" sz="2400" b="0">
                <a:solidFill>
                  <a:schemeClr val="accent1"/>
                </a:solidFill>
              </a:defRPr>
            </a:lvl1pPr>
            <a:lvl2pPr marL="457200" indent="0" latinLnBrk="0">
              <a:buNone/>
              <a:defRPr lang="zh-CN" sz="2000" b="1"/>
            </a:lvl2pPr>
            <a:lvl3pPr marL="914400" indent="0" latinLnBrk="0">
              <a:buNone/>
              <a:defRPr lang="zh-CN" sz="1800" b="1"/>
            </a:lvl3pPr>
            <a:lvl4pPr marL="1371600" indent="0" latinLnBrk="0">
              <a:buNone/>
              <a:defRPr lang="zh-CN" sz="1600" b="1"/>
            </a:lvl4pPr>
            <a:lvl5pPr marL="1828800" indent="0" latinLnBrk="0">
              <a:buNone/>
              <a:defRPr lang="zh-CN" sz="1600" b="1"/>
            </a:lvl5pPr>
            <a:lvl6pPr marL="2286000" indent="0" latinLnBrk="0">
              <a:buNone/>
              <a:defRPr lang="zh-CN" sz="1600" b="1"/>
            </a:lvl6pPr>
            <a:lvl7pPr marL="2743200" indent="0" latinLnBrk="0">
              <a:buNone/>
              <a:defRPr lang="zh-CN" sz="1600" b="1"/>
            </a:lvl7pPr>
            <a:lvl8pPr marL="3200400" indent="0" latinLnBrk="0">
              <a:buNone/>
              <a:defRPr lang="zh-CN" sz="1600" b="1"/>
            </a:lvl8pPr>
            <a:lvl9pPr marL="3657600" indent="0" latinLnBrk="0">
              <a:buNone/>
              <a:defRPr lang="zh-CN"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 latinLnBrk="0">
              <a:buNone/>
              <a:defRPr lang="zh-CN" sz="2400" b="0">
                <a:solidFill>
                  <a:schemeClr val="accent1"/>
                </a:solidFill>
              </a:defRPr>
            </a:lvl1pPr>
            <a:lvl2pPr marL="457200" indent="0" latinLnBrk="0">
              <a:buNone/>
              <a:defRPr lang="zh-CN" sz="2000" b="1"/>
            </a:lvl2pPr>
            <a:lvl3pPr marL="914400" indent="0" latinLnBrk="0">
              <a:buNone/>
              <a:defRPr lang="zh-CN" sz="1800" b="1"/>
            </a:lvl3pPr>
            <a:lvl4pPr marL="1371600" indent="0" latinLnBrk="0">
              <a:buNone/>
              <a:defRPr lang="zh-CN" sz="1600" b="1"/>
            </a:lvl4pPr>
            <a:lvl5pPr marL="1828800" indent="0" latinLnBrk="0">
              <a:buNone/>
              <a:defRPr lang="zh-CN" sz="1600" b="1"/>
            </a:lvl5pPr>
            <a:lvl6pPr marL="2286000" indent="0" latinLnBrk="0">
              <a:buNone/>
              <a:defRPr lang="zh-CN" sz="1600" b="1"/>
            </a:lvl6pPr>
            <a:lvl7pPr marL="2743200" indent="0" latinLnBrk="0">
              <a:buNone/>
              <a:defRPr lang="zh-CN" sz="1600" b="1"/>
            </a:lvl7pPr>
            <a:lvl8pPr marL="3200400" indent="0" latinLnBrk="0">
              <a:buNone/>
              <a:defRPr lang="zh-CN" sz="1600" b="1"/>
            </a:lvl8pPr>
            <a:lvl9pPr marL="3657600" indent="0" latinLnBrk="0">
              <a:buNone/>
              <a:defRPr lang="zh-CN"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14" name="文本占位符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 latinLnBrk="0">
              <a:buNone/>
              <a:defRPr lang="zh-CN" sz="2400" b="0">
                <a:solidFill>
                  <a:schemeClr val="accent1"/>
                </a:solidFill>
              </a:defRPr>
            </a:lvl1pPr>
            <a:lvl2pPr marL="457200" indent="0" latinLnBrk="0">
              <a:buNone/>
              <a:defRPr lang="zh-CN" sz="2000" b="1"/>
            </a:lvl2pPr>
            <a:lvl3pPr marL="914400" indent="0" latinLnBrk="0">
              <a:buNone/>
              <a:defRPr lang="zh-CN" sz="1800" b="1"/>
            </a:lvl3pPr>
            <a:lvl4pPr marL="1371600" indent="0" latinLnBrk="0">
              <a:buNone/>
              <a:defRPr lang="zh-CN" sz="1600" b="1"/>
            </a:lvl4pPr>
            <a:lvl5pPr marL="1828800" indent="0" latinLnBrk="0">
              <a:buNone/>
              <a:defRPr lang="zh-CN" sz="1600" b="1"/>
            </a:lvl5pPr>
            <a:lvl6pPr marL="2286000" indent="0" latinLnBrk="0">
              <a:buNone/>
              <a:defRPr lang="zh-CN" sz="1600" b="1"/>
            </a:lvl6pPr>
            <a:lvl7pPr marL="2743200" indent="0" latinLnBrk="0">
              <a:buNone/>
              <a:defRPr lang="zh-CN" sz="1600" b="1"/>
            </a:lvl7pPr>
            <a:lvl8pPr marL="3200400" indent="0" latinLnBrk="0">
              <a:buNone/>
              <a:defRPr lang="zh-CN" sz="1600" b="1"/>
            </a:lvl8pPr>
            <a:lvl9pPr marL="3657600" indent="0" latinLnBrk="0">
              <a:buNone/>
              <a:defRPr lang="zh-CN"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cxnSp>
        <p:nvCxnSpPr>
          <p:cNvPr id="17" name="直线连接线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直线连接线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文本占位符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 latinLnBrk="0">
              <a:buNone/>
              <a:defRPr lang="zh-CN" sz="1400"/>
            </a:lvl1pPr>
            <a:lvl2pPr marL="457200" indent="0" latinLnBrk="0">
              <a:buNone/>
              <a:defRPr lang="zh-CN" sz="1200"/>
            </a:lvl2pPr>
            <a:lvl3pPr marL="914400" indent="0" latinLnBrk="0">
              <a:buNone/>
              <a:defRPr lang="zh-CN" sz="1000"/>
            </a:lvl3pPr>
            <a:lvl4pPr marL="1371600" indent="0" latinLnBrk="0">
              <a:buNone/>
              <a:defRPr lang="zh-CN" sz="900"/>
            </a:lvl4pPr>
            <a:lvl5pPr marL="1828800" indent="0" latinLnBrk="0">
              <a:buNone/>
              <a:defRPr lang="zh-CN" sz="900"/>
            </a:lvl5pPr>
            <a:lvl6pPr marL="2286000" indent="0" latinLnBrk="0">
              <a:buNone/>
              <a:defRPr lang="zh-CN" sz="900"/>
            </a:lvl6pPr>
            <a:lvl7pPr marL="2743200" indent="0" latinLnBrk="0">
              <a:buNone/>
              <a:defRPr lang="zh-CN" sz="900"/>
            </a:lvl7pPr>
            <a:lvl8pPr marL="3200400" indent="0" latinLnBrk="0">
              <a:buNone/>
              <a:defRPr lang="zh-CN" sz="900"/>
            </a:lvl8pPr>
            <a:lvl9pPr marL="3657600" indent="0" latinLnBrk="0">
              <a:buNone/>
              <a:defRPr lang="zh-CN"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19" name="文本占位符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 latinLnBrk="0">
              <a:buNone/>
              <a:defRPr lang="zh-CN" sz="1400"/>
            </a:lvl1pPr>
            <a:lvl2pPr marL="457200" indent="0" latinLnBrk="0">
              <a:buNone/>
              <a:defRPr lang="zh-CN" sz="1200"/>
            </a:lvl2pPr>
            <a:lvl3pPr marL="914400" indent="0" latinLnBrk="0">
              <a:buNone/>
              <a:defRPr lang="zh-CN" sz="1000"/>
            </a:lvl3pPr>
            <a:lvl4pPr marL="1371600" indent="0" latinLnBrk="0">
              <a:buNone/>
              <a:defRPr lang="zh-CN" sz="900"/>
            </a:lvl4pPr>
            <a:lvl5pPr marL="1828800" indent="0" latinLnBrk="0">
              <a:buNone/>
              <a:defRPr lang="zh-CN" sz="900"/>
            </a:lvl5pPr>
            <a:lvl6pPr marL="2286000" indent="0" latinLnBrk="0">
              <a:buNone/>
              <a:defRPr lang="zh-CN" sz="900"/>
            </a:lvl6pPr>
            <a:lvl7pPr marL="2743200" indent="0" latinLnBrk="0">
              <a:buNone/>
              <a:defRPr lang="zh-CN" sz="900"/>
            </a:lvl7pPr>
            <a:lvl8pPr marL="3200400" indent="0" latinLnBrk="0">
              <a:buNone/>
              <a:defRPr lang="zh-CN" sz="900"/>
            </a:lvl8pPr>
            <a:lvl9pPr marL="3657600" indent="0" latinLnBrk="0">
              <a:buNone/>
              <a:defRPr lang="zh-CN"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20" name="文本占位符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 latinLnBrk="0">
              <a:buNone/>
              <a:defRPr lang="zh-CN" sz="1400"/>
            </a:lvl1pPr>
            <a:lvl2pPr marL="457200" indent="0" latinLnBrk="0">
              <a:buNone/>
              <a:defRPr lang="zh-CN" sz="1200"/>
            </a:lvl2pPr>
            <a:lvl3pPr marL="914400" indent="0" latinLnBrk="0">
              <a:buNone/>
              <a:defRPr lang="zh-CN" sz="1000"/>
            </a:lvl3pPr>
            <a:lvl4pPr marL="1371600" indent="0" latinLnBrk="0">
              <a:buNone/>
              <a:defRPr lang="zh-CN" sz="900"/>
            </a:lvl4pPr>
            <a:lvl5pPr marL="1828800" indent="0" latinLnBrk="0">
              <a:buNone/>
              <a:defRPr lang="zh-CN" sz="900"/>
            </a:lvl5pPr>
            <a:lvl6pPr marL="2286000" indent="0" latinLnBrk="0">
              <a:buNone/>
              <a:defRPr lang="zh-CN" sz="900"/>
            </a:lvl6pPr>
            <a:lvl7pPr marL="2743200" indent="0" latinLnBrk="0">
              <a:buNone/>
              <a:defRPr lang="zh-CN" sz="900"/>
            </a:lvl7pPr>
            <a:lvl8pPr marL="3200400" indent="0" latinLnBrk="0">
              <a:buNone/>
              <a:defRPr lang="zh-CN" sz="900"/>
            </a:lvl8pPr>
            <a:lvl9pPr marL="3657600" indent="0" latinLnBrk="0">
              <a:buNone/>
              <a:defRPr lang="zh-CN"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7" name="日期占位符 3"/>
          <p:cNvSpPr>
            <a:spLocks noGrp="1"/>
          </p:cNvSpPr>
          <p:nvPr>
            <p:ph type="dt" sz="half" idx="10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/>
          <a:lstStyle/>
          <a:p>
            <a:fld id="{40FF0622-75E4-48B8-A617-5428CA5926CE}" type="datetimeFigureOut">
              <a:t>2021/3/1</a:t>
            </a:fld>
            <a:endParaRPr lang="zh-CN"/>
          </a:p>
        </p:txBody>
      </p:sp>
      <p:sp>
        <p:nvSpPr>
          <p:cNvPr id="4" name="页脚占位符 4"/>
          <p:cNvSpPr>
            <a:spLocks noGrp="1"/>
          </p:cNvSpPr>
          <p:nvPr>
            <p:ph type="ftr" sz="quarter" idx="11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/>
          <a:lstStyle/>
          <a:p>
            <a:endParaRPr lang="zh-CN"/>
          </a:p>
        </p:txBody>
      </p:sp>
      <p:sp>
        <p:nvSpPr>
          <p:cNvPr id="6" name="幻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875541-8164-4CC7-9F2F-6F0C49BB858D}" type="slidenum">
              <a:t>‹#›</a:t>
            </a:fld>
            <a:endParaRPr lang="zh-CN"/>
          </a:p>
        </p:txBody>
      </p:sp>
    </p:spTree>
    <p:extLst>
      <p:ext uri="{BB962C8B-B14F-4D97-AF65-F5344CB8AC3E}">
        <p14:creationId xmlns:p14="http://schemas.microsoft.com/office/powerpoint/2010/main" val="2064947024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图片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latinLnBrk="0">
              <a:defRPr lang="zh-CN" sz="4000"/>
            </a:lvl1pPr>
          </a:lstStyle>
          <a:p>
            <a:r>
              <a:rPr lang="zh-CN" altLang="en-US"/>
              <a:t>单击此处编辑母版标题样式</a:t>
            </a:r>
            <a:endParaRPr lang="zh-CN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 latinLnBrk="0">
              <a:buNone/>
              <a:defRPr lang="zh-CN" sz="2400" b="0">
                <a:solidFill>
                  <a:schemeClr val="accent1"/>
                </a:solidFill>
              </a:defRPr>
            </a:lvl1pPr>
            <a:lvl2pPr marL="457200" indent="0" latinLnBrk="0">
              <a:buNone/>
              <a:defRPr lang="zh-CN" sz="2000" b="1"/>
            </a:lvl2pPr>
            <a:lvl3pPr marL="914400" indent="0" latinLnBrk="0">
              <a:buNone/>
              <a:defRPr lang="zh-CN" sz="1800" b="1"/>
            </a:lvl3pPr>
            <a:lvl4pPr marL="1371600" indent="0" latinLnBrk="0">
              <a:buNone/>
              <a:defRPr lang="zh-CN" sz="1600" b="1"/>
            </a:lvl4pPr>
            <a:lvl5pPr marL="1828800" indent="0" latinLnBrk="0">
              <a:buNone/>
              <a:defRPr lang="zh-CN" sz="1600" b="1"/>
            </a:lvl5pPr>
            <a:lvl6pPr marL="2286000" indent="0" latinLnBrk="0">
              <a:buNone/>
              <a:defRPr lang="zh-CN" sz="1600" b="1"/>
            </a:lvl6pPr>
            <a:lvl7pPr marL="2743200" indent="0" latinLnBrk="0">
              <a:buNone/>
              <a:defRPr lang="zh-CN" sz="1600" b="1"/>
            </a:lvl7pPr>
            <a:lvl8pPr marL="3200400" indent="0" latinLnBrk="0">
              <a:buNone/>
              <a:defRPr lang="zh-CN" sz="1600" b="1"/>
            </a:lvl8pPr>
            <a:lvl9pPr marL="3657600" indent="0" latinLnBrk="0">
              <a:buNone/>
              <a:defRPr lang="zh-CN"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 latinLnBrk="0">
              <a:buNone/>
              <a:defRPr lang="zh-CN" sz="2400" b="0">
                <a:solidFill>
                  <a:schemeClr val="accent1"/>
                </a:solidFill>
              </a:defRPr>
            </a:lvl1pPr>
            <a:lvl2pPr marL="457200" indent="0" latinLnBrk="0">
              <a:buNone/>
              <a:defRPr lang="zh-CN" sz="2000" b="1"/>
            </a:lvl2pPr>
            <a:lvl3pPr marL="914400" indent="0" latinLnBrk="0">
              <a:buNone/>
              <a:defRPr lang="zh-CN" sz="1800" b="1"/>
            </a:lvl3pPr>
            <a:lvl4pPr marL="1371600" indent="0" latinLnBrk="0">
              <a:buNone/>
              <a:defRPr lang="zh-CN" sz="1600" b="1"/>
            </a:lvl4pPr>
            <a:lvl5pPr marL="1828800" indent="0" latinLnBrk="0">
              <a:buNone/>
              <a:defRPr lang="zh-CN" sz="1600" b="1"/>
            </a:lvl5pPr>
            <a:lvl6pPr marL="2286000" indent="0" latinLnBrk="0">
              <a:buNone/>
              <a:defRPr lang="zh-CN" sz="1600" b="1"/>
            </a:lvl6pPr>
            <a:lvl7pPr marL="2743200" indent="0" latinLnBrk="0">
              <a:buNone/>
              <a:defRPr lang="zh-CN" sz="1600" b="1"/>
            </a:lvl7pPr>
            <a:lvl8pPr marL="3200400" indent="0" latinLnBrk="0">
              <a:buNone/>
              <a:defRPr lang="zh-CN" sz="1600" b="1"/>
            </a:lvl8pPr>
            <a:lvl9pPr marL="3657600" indent="0" latinLnBrk="0">
              <a:buNone/>
              <a:defRPr lang="zh-CN"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14" name="文本占位符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 latinLnBrk="0">
              <a:buNone/>
              <a:defRPr lang="zh-CN" sz="2400" b="0">
                <a:solidFill>
                  <a:schemeClr val="accent1"/>
                </a:solidFill>
              </a:defRPr>
            </a:lvl1pPr>
            <a:lvl2pPr marL="457200" indent="0" latinLnBrk="0">
              <a:buNone/>
              <a:defRPr lang="zh-CN" sz="2000" b="1"/>
            </a:lvl2pPr>
            <a:lvl3pPr marL="914400" indent="0" latinLnBrk="0">
              <a:buNone/>
              <a:defRPr lang="zh-CN" sz="1800" b="1"/>
            </a:lvl3pPr>
            <a:lvl4pPr marL="1371600" indent="0" latinLnBrk="0">
              <a:buNone/>
              <a:defRPr lang="zh-CN" sz="1600" b="1"/>
            </a:lvl4pPr>
            <a:lvl5pPr marL="1828800" indent="0" latinLnBrk="0">
              <a:buNone/>
              <a:defRPr lang="zh-CN" sz="1600" b="1"/>
            </a:lvl5pPr>
            <a:lvl6pPr marL="2286000" indent="0" latinLnBrk="0">
              <a:buNone/>
              <a:defRPr lang="zh-CN" sz="1600" b="1"/>
            </a:lvl6pPr>
            <a:lvl7pPr marL="2743200" indent="0" latinLnBrk="0">
              <a:buNone/>
              <a:defRPr lang="zh-CN" sz="1600" b="1"/>
            </a:lvl7pPr>
            <a:lvl8pPr marL="3200400" indent="0" latinLnBrk="0">
              <a:buNone/>
              <a:defRPr lang="zh-CN" sz="1600" b="1"/>
            </a:lvl8pPr>
            <a:lvl9pPr marL="3657600" indent="0" latinLnBrk="0">
              <a:buNone/>
              <a:defRPr lang="zh-CN"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22" name="文本占位符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 latinLnBrk="0">
              <a:buNone/>
              <a:defRPr lang="zh-CN" sz="1400"/>
            </a:lvl1pPr>
            <a:lvl2pPr marL="457200" indent="0" latinLnBrk="0">
              <a:buNone/>
              <a:defRPr lang="zh-CN" sz="1200"/>
            </a:lvl2pPr>
            <a:lvl3pPr marL="914400" indent="0" latinLnBrk="0">
              <a:buNone/>
              <a:defRPr lang="zh-CN" sz="1000"/>
            </a:lvl3pPr>
            <a:lvl4pPr marL="1371600" indent="0" latinLnBrk="0">
              <a:buNone/>
              <a:defRPr lang="zh-CN" sz="900"/>
            </a:lvl4pPr>
            <a:lvl5pPr marL="1828800" indent="0" latinLnBrk="0">
              <a:buNone/>
              <a:defRPr lang="zh-CN" sz="900"/>
            </a:lvl5pPr>
            <a:lvl6pPr marL="2286000" indent="0" latinLnBrk="0">
              <a:buNone/>
              <a:defRPr lang="zh-CN" sz="900"/>
            </a:lvl6pPr>
            <a:lvl7pPr marL="2743200" indent="0" latinLnBrk="0">
              <a:buNone/>
              <a:defRPr lang="zh-CN" sz="900"/>
            </a:lvl7pPr>
            <a:lvl8pPr marL="3200400" indent="0" latinLnBrk="0">
              <a:buNone/>
              <a:defRPr lang="zh-CN" sz="900"/>
            </a:lvl8pPr>
            <a:lvl9pPr marL="3657600" indent="0" latinLnBrk="0">
              <a:buNone/>
              <a:defRPr lang="zh-CN"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23" name="文本占位符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 latinLnBrk="0">
              <a:buNone/>
              <a:defRPr lang="zh-CN" sz="1400"/>
            </a:lvl1pPr>
            <a:lvl2pPr marL="457200" indent="0" latinLnBrk="0">
              <a:buNone/>
              <a:defRPr lang="zh-CN" sz="1200"/>
            </a:lvl2pPr>
            <a:lvl3pPr marL="914400" indent="0" latinLnBrk="0">
              <a:buNone/>
              <a:defRPr lang="zh-CN" sz="1000"/>
            </a:lvl3pPr>
            <a:lvl4pPr marL="1371600" indent="0" latinLnBrk="0">
              <a:buNone/>
              <a:defRPr lang="zh-CN" sz="900"/>
            </a:lvl4pPr>
            <a:lvl5pPr marL="1828800" indent="0" latinLnBrk="0">
              <a:buNone/>
              <a:defRPr lang="zh-CN" sz="900"/>
            </a:lvl5pPr>
            <a:lvl6pPr marL="2286000" indent="0" latinLnBrk="0">
              <a:buNone/>
              <a:defRPr lang="zh-CN" sz="900"/>
            </a:lvl6pPr>
            <a:lvl7pPr marL="2743200" indent="0" latinLnBrk="0">
              <a:buNone/>
              <a:defRPr lang="zh-CN" sz="900"/>
            </a:lvl7pPr>
            <a:lvl8pPr marL="3200400" indent="0" latinLnBrk="0">
              <a:buNone/>
              <a:defRPr lang="zh-CN" sz="900"/>
            </a:lvl8pPr>
            <a:lvl9pPr marL="3657600" indent="0" latinLnBrk="0">
              <a:buNone/>
              <a:defRPr lang="zh-CN"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24" name="文本占位符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 latinLnBrk="0">
              <a:buNone/>
              <a:defRPr lang="zh-CN" sz="1400"/>
            </a:lvl1pPr>
            <a:lvl2pPr marL="457200" indent="0" latinLnBrk="0">
              <a:buNone/>
              <a:defRPr lang="zh-CN" sz="1200"/>
            </a:lvl2pPr>
            <a:lvl3pPr marL="914400" indent="0" latinLnBrk="0">
              <a:buNone/>
              <a:defRPr lang="zh-CN" sz="1000"/>
            </a:lvl3pPr>
            <a:lvl4pPr marL="1371600" indent="0" latinLnBrk="0">
              <a:buNone/>
              <a:defRPr lang="zh-CN" sz="900"/>
            </a:lvl4pPr>
            <a:lvl5pPr marL="1828800" indent="0" latinLnBrk="0">
              <a:buNone/>
              <a:defRPr lang="zh-CN" sz="900"/>
            </a:lvl5pPr>
            <a:lvl6pPr marL="2286000" indent="0" latinLnBrk="0">
              <a:buNone/>
              <a:defRPr lang="zh-CN" sz="900"/>
            </a:lvl6pPr>
            <a:lvl7pPr marL="2743200" indent="0" latinLnBrk="0">
              <a:buNone/>
              <a:defRPr lang="zh-CN" sz="900"/>
            </a:lvl7pPr>
            <a:lvl8pPr marL="3200400" indent="0" latinLnBrk="0">
              <a:buNone/>
              <a:defRPr lang="zh-CN" sz="900"/>
            </a:lvl8pPr>
            <a:lvl9pPr marL="3657600" indent="0" latinLnBrk="0">
              <a:buNone/>
              <a:defRPr lang="zh-CN"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29" name="图片占位符 2"/>
          <p:cNvSpPr>
            <a:spLocks noGrp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ctr">
            <a:normAutofit/>
          </a:bodyPr>
          <a:lstStyle>
            <a:lvl1pPr marL="0" indent="0" algn="ctr" latinLnBrk="0">
              <a:buNone/>
              <a:defRPr lang="zh-CN" sz="1600"/>
            </a:lvl1pPr>
            <a:lvl2pPr marL="457200" indent="0" latinLnBrk="0">
              <a:buNone/>
              <a:defRPr lang="zh-CN" sz="2800"/>
            </a:lvl2pPr>
            <a:lvl3pPr marL="914400" indent="0" latinLnBrk="0">
              <a:buNone/>
              <a:defRPr lang="zh-CN" sz="2400"/>
            </a:lvl3pPr>
            <a:lvl4pPr marL="1371600" indent="0" latinLnBrk="0">
              <a:buNone/>
              <a:defRPr lang="zh-CN" sz="2000"/>
            </a:lvl4pPr>
            <a:lvl5pPr marL="1828800" indent="0" latinLnBrk="0">
              <a:buNone/>
              <a:defRPr lang="zh-CN" sz="2000"/>
            </a:lvl5pPr>
            <a:lvl6pPr marL="2286000" indent="0" latinLnBrk="0">
              <a:buNone/>
              <a:defRPr lang="zh-CN" sz="2000"/>
            </a:lvl6pPr>
            <a:lvl7pPr marL="2743200" indent="0" latinLnBrk="0">
              <a:buNone/>
              <a:defRPr lang="zh-CN" sz="2000"/>
            </a:lvl7pPr>
            <a:lvl8pPr marL="3200400" indent="0" latinLnBrk="0">
              <a:buNone/>
              <a:defRPr lang="zh-CN" sz="2000"/>
            </a:lvl8pPr>
            <a:lvl9pPr marL="3657600" indent="0" latinLnBrk="0">
              <a:buNone/>
              <a:defRPr lang="zh-CN" sz="2000"/>
            </a:lvl9pPr>
          </a:lstStyle>
          <a:p>
            <a:r>
              <a:rPr lang="zh-CN" altLang="en-US"/>
              <a:t>单击图标添加图片</a:t>
            </a:r>
            <a:endParaRPr lang="zh-CN"/>
          </a:p>
        </p:txBody>
      </p:sp>
      <p:sp>
        <p:nvSpPr>
          <p:cNvPr id="30" name="图片占位符 2"/>
          <p:cNvSpPr>
            <a:spLocks noGrp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ctr">
            <a:normAutofit/>
          </a:bodyPr>
          <a:lstStyle>
            <a:lvl1pPr marL="0" indent="0" algn="ctr" latinLnBrk="0">
              <a:buNone/>
              <a:defRPr lang="zh-CN" sz="1600"/>
            </a:lvl1pPr>
            <a:lvl2pPr marL="457200" indent="0" latinLnBrk="0">
              <a:buNone/>
              <a:defRPr lang="zh-CN" sz="2800"/>
            </a:lvl2pPr>
            <a:lvl3pPr marL="914400" indent="0" latinLnBrk="0">
              <a:buNone/>
              <a:defRPr lang="zh-CN" sz="2400"/>
            </a:lvl3pPr>
            <a:lvl4pPr marL="1371600" indent="0" latinLnBrk="0">
              <a:buNone/>
              <a:defRPr lang="zh-CN" sz="2000"/>
            </a:lvl4pPr>
            <a:lvl5pPr marL="1828800" indent="0" latinLnBrk="0">
              <a:buNone/>
              <a:defRPr lang="zh-CN" sz="2000"/>
            </a:lvl5pPr>
            <a:lvl6pPr marL="2286000" indent="0" latinLnBrk="0">
              <a:buNone/>
              <a:defRPr lang="zh-CN" sz="2000"/>
            </a:lvl6pPr>
            <a:lvl7pPr marL="2743200" indent="0" latinLnBrk="0">
              <a:buNone/>
              <a:defRPr lang="zh-CN" sz="2000"/>
            </a:lvl7pPr>
            <a:lvl8pPr marL="3200400" indent="0" latinLnBrk="0">
              <a:buNone/>
              <a:defRPr lang="zh-CN" sz="2000"/>
            </a:lvl8pPr>
            <a:lvl9pPr marL="3657600" indent="0" latinLnBrk="0">
              <a:buNone/>
              <a:defRPr lang="zh-CN" sz="2000"/>
            </a:lvl9pPr>
          </a:lstStyle>
          <a:p>
            <a:r>
              <a:rPr lang="zh-CN" altLang="en-US"/>
              <a:t>单击图标添加图片</a:t>
            </a:r>
            <a:endParaRPr lang="zh-CN"/>
          </a:p>
        </p:txBody>
      </p:sp>
      <p:sp>
        <p:nvSpPr>
          <p:cNvPr id="31" name="图片占位符 2"/>
          <p:cNvSpPr>
            <a:spLocks noGrp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ctr">
            <a:normAutofit/>
          </a:bodyPr>
          <a:lstStyle>
            <a:lvl1pPr marL="0" indent="0" algn="ctr" latinLnBrk="0">
              <a:buNone/>
              <a:defRPr lang="zh-CN" sz="1600"/>
            </a:lvl1pPr>
            <a:lvl2pPr marL="457200" indent="0" latinLnBrk="0">
              <a:buNone/>
              <a:defRPr lang="zh-CN" sz="2800"/>
            </a:lvl2pPr>
            <a:lvl3pPr marL="914400" indent="0" latinLnBrk="0">
              <a:buNone/>
              <a:defRPr lang="zh-CN" sz="2400"/>
            </a:lvl3pPr>
            <a:lvl4pPr marL="1371600" indent="0" latinLnBrk="0">
              <a:buNone/>
              <a:defRPr lang="zh-CN" sz="2000"/>
            </a:lvl4pPr>
            <a:lvl5pPr marL="1828800" indent="0" latinLnBrk="0">
              <a:buNone/>
              <a:defRPr lang="zh-CN" sz="2000"/>
            </a:lvl5pPr>
            <a:lvl6pPr marL="2286000" indent="0" latinLnBrk="0">
              <a:buNone/>
              <a:defRPr lang="zh-CN" sz="2000"/>
            </a:lvl6pPr>
            <a:lvl7pPr marL="2743200" indent="0" latinLnBrk="0">
              <a:buNone/>
              <a:defRPr lang="zh-CN" sz="2000"/>
            </a:lvl7pPr>
            <a:lvl8pPr marL="3200400" indent="0" latinLnBrk="0">
              <a:buNone/>
              <a:defRPr lang="zh-CN" sz="2000"/>
            </a:lvl8pPr>
            <a:lvl9pPr marL="3657600" indent="0" latinLnBrk="0">
              <a:buNone/>
              <a:defRPr lang="zh-CN" sz="2000"/>
            </a:lvl9pPr>
          </a:lstStyle>
          <a:p>
            <a:r>
              <a:rPr lang="zh-CN" altLang="en-US"/>
              <a:t>单击图标添加图片</a:t>
            </a:r>
            <a:endParaRPr lang="zh-CN"/>
          </a:p>
        </p:txBody>
      </p:sp>
      <p:cxnSp>
        <p:nvCxnSpPr>
          <p:cNvPr id="17" name="直线连接线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直线连接线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日期占位符 3"/>
          <p:cNvSpPr>
            <a:spLocks noGrp="1"/>
          </p:cNvSpPr>
          <p:nvPr>
            <p:ph type="dt" sz="half" idx="10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/>
          <a:lstStyle/>
          <a:p>
            <a:fld id="{40FF0622-75E4-48B8-A617-5428CA5926CE}" type="datetimeFigureOut">
              <a:t>2021/3/1</a:t>
            </a:fld>
            <a:endParaRPr lang="zh-CN"/>
          </a:p>
        </p:txBody>
      </p:sp>
      <p:sp>
        <p:nvSpPr>
          <p:cNvPr id="4" name="页脚占位符 4"/>
          <p:cNvSpPr>
            <a:spLocks noGrp="1"/>
          </p:cNvSpPr>
          <p:nvPr>
            <p:ph type="ftr" sz="quarter" idx="11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/>
          <a:lstStyle/>
          <a:p>
            <a:endParaRPr lang="zh-CN"/>
          </a:p>
        </p:txBody>
      </p:sp>
      <p:sp>
        <p:nvSpPr>
          <p:cNvPr id="6" name="幻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875541-8164-4CC7-9F2F-6F0C49BB858D}" type="slidenum">
              <a:t>‹#›</a:t>
            </a:fld>
            <a:endParaRPr lang="zh-CN"/>
          </a:p>
        </p:txBody>
      </p:sp>
    </p:spTree>
    <p:extLst>
      <p:ext uri="{BB962C8B-B14F-4D97-AF65-F5344CB8AC3E}">
        <p14:creationId xmlns:p14="http://schemas.microsoft.com/office/powerpoint/2010/main" val="4033552640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 anchor="b" anchorCtr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zh-CN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/>
          <a:lstStyle/>
          <a:p>
            <a:fld id="{40FF0622-75E4-48B8-A617-5428CA5926CE}" type="datetimeFigureOut">
              <a:t>2021/3/1</a:t>
            </a:fld>
            <a:endParaRPr 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/>
          <a:lstStyle/>
          <a:p>
            <a:endParaRPr lang="zh-CN"/>
          </a:p>
        </p:txBody>
      </p:sp>
      <p:sp>
        <p:nvSpPr>
          <p:cNvPr id="6" name="幻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875541-8164-4CC7-9F2F-6F0C49BB858D}" type="slidenum">
              <a:t>‹#›</a:t>
            </a:fld>
            <a:endParaRPr lang="zh-CN"/>
          </a:p>
        </p:txBody>
      </p:sp>
    </p:spTree>
    <p:extLst>
      <p:ext uri="{BB962C8B-B14F-4D97-AF65-F5344CB8AC3E}">
        <p14:creationId xmlns:p14="http://schemas.microsoft.com/office/powerpoint/2010/main" val="650983008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和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164151" y="1447799"/>
            <a:ext cx="1409965" cy="4413251"/>
          </a:xfrm>
        </p:spPr>
        <p:txBody>
          <a:bodyPr vert="eaVert" anchor="b" anchorCtr="0"/>
          <a:lstStyle/>
          <a:p>
            <a:r>
              <a:rPr lang="zh-CN" altLang="en-US"/>
              <a:t>单击此处编辑母版标题样式</a:t>
            </a:r>
            <a:endParaRPr lang="zh-CN" dirty="0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1154954" y="1447799"/>
            <a:ext cx="6776630" cy="4413251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zh-CN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/>
          <a:lstStyle/>
          <a:p>
            <a:fld id="{40FF0622-75E4-48B8-A617-5428CA5926CE}" type="datetimeFigureOut">
              <a:t>2021/3/1</a:t>
            </a:fld>
            <a:endParaRPr lang="zh-CN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/>
          <a:lstStyle/>
          <a:p>
            <a:endParaRPr lang="zh-CN"/>
          </a:p>
        </p:txBody>
      </p:sp>
      <p:sp>
        <p:nvSpPr>
          <p:cNvPr id="6" name="幻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875541-8164-4CC7-9F2F-6F0C49BB858D}" type="slidenum">
              <a:t>‹#›</a:t>
            </a:fld>
            <a:endParaRPr lang="zh-CN" dirty="0"/>
          </a:p>
        </p:txBody>
      </p:sp>
    </p:spTree>
    <p:extLst>
      <p:ext uri="{BB962C8B-B14F-4D97-AF65-F5344CB8AC3E}">
        <p14:creationId xmlns:p14="http://schemas.microsoft.com/office/powerpoint/2010/main" val="38900268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theme" Target="../theme/theme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椭圆 12"/>
          <p:cNvSpPr/>
          <p:nvPr/>
        </p:nvSpPr>
        <p:spPr>
          <a:xfrm>
            <a:off x="-153988" y="2667000"/>
            <a:ext cx="4191000" cy="4191000"/>
          </a:xfrm>
          <a:prstGeom prst="ellipse">
            <a:avLst/>
          </a:prstGeom>
          <a:gradFill flip="none" rotWithShape="1">
            <a:gsLst>
              <a:gs pos="0">
                <a:schemeClr val="accent1">
                  <a:lumMod val="60000"/>
                  <a:lumOff val="40000"/>
                  <a:alpha val="11000"/>
                </a:schemeClr>
              </a:gs>
              <a:gs pos="75000">
                <a:schemeClr val="accent1">
                  <a:lumMod val="60000"/>
                  <a:lumOff val="40000"/>
                  <a:alpha val="0"/>
                </a:schemeClr>
              </a:gs>
              <a:gs pos="36000">
                <a:schemeClr val="accent1">
                  <a:lumMod val="60000"/>
                  <a:lumOff val="40000"/>
                  <a:alpha val="1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dirty="0">
              <a:ea typeface="Microsoft YaHei UI" panose="020B0503020204020204" pitchFamily="34" charset="-122"/>
            </a:endParaRPr>
          </a:p>
        </p:txBody>
      </p:sp>
      <p:sp>
        <p:nvSpPr>
          <p:cNvPr id="15" name="椭圆 14"/>
          <p:cNvSpPr/>
          <p:nvPr/>
        </p:nvSpPr>
        <p:spPr>
          <a:xfrm>
            <a:off x="-839788" y="2895600"/>
            <a:ext cx="2362200" cy="2362200"/>
          </a:xfrm>
          <a:prstGeom prst="ellipse">
            <a:avLst/>
          </a:prstGeom>
          <a:gradFill flip="none" rotWithShape="1">
            <a:gsLst>
              <a:gs pos="0">
                <a:schemeClr val="accent1">
                  <a:lumMod val="60000"/>
                  <a:lumOff val="40000"/>
                  <a:alpha val="8000"/>
                </a:schemeClr>
              </a:gs>
              <a:gs pos="71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accent1">
                  <a:lumMod val="60000"/>
                  <a:lumOff val="40000"/>
                  <a:alpha val="5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dirty="0">
              <a:ea typeface="Microsoft YaHei UI" panose="020B0503020204020204" pitchFamily="34" charset="-122"/>
            </a:endParaRPr>
          </a:p>
        </p:txBody>
      </p:sp>
      <p:sp>
        <p:nvSpPr>
          <p:cNvPr id="16" name="椭圆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accent1">
                  <a:lumMod val="60000"/>
                  <a:lumOff val="40000"/>
                  <a:alpha val="7000"/>
                </a:schemeClr>
              </a:gs>
              <a:gs pos="69000">
                <a:schemeClr val="accent1">
                  <a:lumMod val="60000"/>
                  <a:lumOff val="40000"/>
                  <a:alpha val="0"/>
                </a:schemeClr>
              </a:gs>
              <a:gs pos="36000">
                <a:schemeClr val="accent1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dirty="0">
              <a:ea typeface="Microsoft YaHei UI" panose="020B0503020204020204" pitchFamily="34" charset="-122"/>
            </a:endParaRPr>
          </a:p>
        </p:txBody>
      </p:sp>
      <p:sp>
        <p:nvSpPr>
          <p:cNvPr id="17" name="椭圆 16"/>
          <p:cNvSpPr/>
          <p:nvPr/>
        </p:nvSpPr>
        <p:spPr>
          <a:xfrm>
            <a:off x="7999412" y="-457200"/>
            <a:ext cx="1600200" cy="1600200"/>
          </a:xfrm>
          <a:prstGeom prst="ellipse">
            <a:avLst/>
          </a:prstGeom>
          <a:gradFill flip="none" rotWithShape="1">
            <a:gsLst>
              <a:gs pos="0">
                <a:schemeClr val="accent1">
                  <a:lumMod val="60000"/>
                  <a:lumOff val="40000"/>
                  <a:alpha val="14000"/>
                </a:schemeClr>
              </a:gs>
              <a:gs pos="73000">
                <a:schemeClr val="accent1">
                  <a:lumMod val="60000"/>
                  <a:lumOff val="40000"/>
                  <a:alpha val="0"/>
                </a:schemeClr>
              </a:gs>
              <a:gs pos="36000">
                <a:schemeClr val="accent1">
                  <a:lumMod val="60000"/>
                  <a:lumOff val="40000"/>
                  <a:alpha val="7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dirty="0">
              <a:ea typeface="Microsoft YaHei UI" panose="020B0503020204020204" pitchFamily="34" charset="-122"/>
            </a:endParaRPr>
          </a:p>
        </p:txBody>
      </p:sp>
      <p:sp>
        <p:nvSpPr>
          <p:cNvPr id="18" name="椭圆 17"/>
          <p:cNvSpPr/>
          <p:nvPr/>
        </p:nvSpPr>
        <p:spPr>
          <a:xfrm>
            <a:off x="8609012" y="6096000"/>
            <a:ext cx="990600" cy="990600"/>
          </a:xfrm>
          <a:prstGeom prst="ellipse">
            <a:avLst/>
          </a:prstGeom>
          <a:gradFill flip="none" rotWithShape="1">
            <a:gsLst>
              <a:gs pos="0">
                <a:schemeClr val="accent1">
                  <a:lumMod val="60000"/>
                  <a:lumOff val="40000"/>
                  <a:alpha val="10000"/>
                </a:schemeClr>
              </a:gs>
              <a:gs pos="66000">
                <a:schemeClr val="accent1">
                  <a:lumMod val="60000"/>
                  <a:lumOff val="40000"/>
                  <a:alpha val="0"/>
                </a:schemeClr>
              </a:gs>
              <a:gs pos="31000">
                <a:schemeClr val="accent1">
                  <a:lumMod val="60000"/>
                  <a:lumOff val="40000"/>
                  <a:alpha val="5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dirty="0">
              <a:ea typeface="Microsoft YaHei UI" panose="020B0503020204020204" pitchFamily="34" charset="-122"/>
            </a:endParaRPr>
          </a:p>
        </p:txBody>
      </p:sp>
      <p:sp>
        <p:nvSpPr>
          <p:cNvPr id="14" name="矩形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dirty="0">
              <a:ea typeface="Microsoft YaHei UI" panose="020B0503020204020204" pitchFamily="34" charset="-122"/>
            </a:endParaRPr>
          </a:p>
        </p:txBody>
      </p:sp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645130" y="237770"/>
            <a:ext cx="9404723" cy="824549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zh-CN" dirty="0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53071" y="1447800"/>
            <a:ext cx="10935955" cy="4890370"/>
          </a:xfrm>
          <a:prstGeom prst="rect">
            <a:avLst/>
          </a:prstGeom>
          <a:solidFill>
            <a:schemeClr val="accent1">
              <a:lumMod val="20000"/>
              <a:lumOff val="80000"/>
              <a:alpha val="40000"/>
            </a:schemeClr>
          </a:solidFill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dirty="0"/>
              <a:t>单击此处编辑母版文本样式</a:t>
            </a:r>
          </a:p>
          <a:p>
            <a:pPr lvl="1"/>
            <a:r>
              <a:rPr lang="zh-CN" dirty="0"/>
              <a:t>第二级</a:t>
            </a:r>
          </a:p>
          <a:p>
            <a:pPr lvl="2"/>
            <a:r>
              <a:rPr lang="zh-CN" dirty="0"/>
              <a:t>第三级</a:t>
            </a:r>
          </a:p>
          <a:p>
            <a:pPr lvl="3"/>
            <a:r>
              <a:rPr lang="zh-CN" dirty="0"/>
              <a:t>第四级</a:t>
            </a:r>
          </a:p>
          <a:p>
            <a:pPr lvl="4"/>
            <a:r>
              <a:rPr lang="zh-CN" dirty="0"/>
              <a:t>第五级</a:t>
            </a:r>
          </a:p>
        </p:txBody>
      </p:sp>
      <p:sp>
        <p:nvSpPr>
          <p:cNvPr id="6" name="幻灯片编号占位符 5"/>
          <p:cNvSpPr>
            <a:spLocks noGrp="1"/>
          </p:cNvSpPr>
          <p:nvPr>
            <p:ph type="sldNum" sz="quarter" idx="4"/>
          </p:nvPr>
        </p:nvSpPr>
        <p:spPr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 latinLnBrk="0">
              <a:defRPr lang="zh-CN" sz="2800" b="0">
                <a:solidFill>
                  <a:schemeClr val="tx1">
                    <a:tint val="75000"/>
                  </a:schemeClr>
                </a:solidFill>
                <a:ea typeface="Microsoft YaHei UI" panose="020B0503020204020204" pitchFamily="34" charset="-122"/>
              </a:defRPr>
            </a:lvl1pPr>
          </a:lstStyle>
          <a:p>
            <a:fld id="{BA875541-8164-4CC7-9F2F-6F0C49BB858D}" type="slidenum">
              <a:rPr lang="en-US" altLang="zh-CN" smtClean="0"/>
              <a:pPr/>
              <a:t>‹#›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1563467285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81" r:id="rId1"/>
    <p:sldLayoutId id="2147483682" r:id="rId2"/>
    <p:sldLayoutId id="2147483702" r:id="rId3"/>
    <p:sldLayoutId id="2147483683" r:id="rId4"/>
    <p:sldLayoutId id="2147483684" r:id="rId5"/>
    <p:sldLayoutId id="2147483685" r:id="rId6"/>
    <p:sldLayoutId id="2147483686" r:id="rId7"/>
    <p:sldLayoutId id="2147483687" r:id="rId8"/>
    <p:sldLayoutId id="2147483688" r:id="rId9"/>
    <p:sldLayoutId id="2147483689" r:id="rId10"/>
    <p:sldLayoutId id="2147483690" r:id="rId11"/>
    <p:sldLayoutId id="2147483691" r:id="rId12"/>
    <p:sldLayoutId id="2147483692" r:id="rId13"/>
    <p:sldLayoutId id="2147483693" r:id="rId14"/>
    <p:sldLayoutId id="2147483694" r:id="rId15"/>
    <p:sldLayoutId id="2147483695" r:id="rId16"/>
    <p:sldLayoutId id="2147483696" r:id="rId17"/>
    <p:sldLayoutId id="2147483697" r:id="rId18"/>
    <p:sldLayoutId id="2147483698" r:id="rId19"/>
    <p:sldLayoutId id="2147483699" r:id="rId20"/>
  </p:sldLayoutIdLst>
  <p:txStyles>
    <p:titleStyle>
      <a:lvl1pPr algn="l" defTabSz="457200" rtl="0" eaLnBrk="1" latinLnBrk="0" hangingPunct="1">
        <a:spcBef>
          <a:spcPct val="0"/>
        </a:spcBef>
        <a:buNone/>
        <a:defRPr lang="zh-CN" sz="4200" b="0" kern="1200">
          <a:solidFill>
            <a:schemeClr val="tx2"/>
          </a:solidFill>
          <a:latin typeface="+mj-lt"/>
          <a:ea typeface="Microsoft YaHei UI" panose="020B0503020204020204" pitchFamily="34" charset="-122"/>
          <a:cs typeface="+mj-cs"/>
        </a:defRPr>
      </a:lvl1pPr>
      <a:lvl2pPr eaLnBrk="1" latinLnBrk="0" hangingPunct="1">
        <a:defRPr lang="zh-CN">
          <a:solidFill>
            <a:schemeClr val="tx2"/>
          </a:solidFill>
        </a:defRPr>
      </a:lvl2pPr>
      <a:lvl3pPr eaLnBrk="1" latinLnBrk="0" hangingPunct="1">
        <a:defRPr lang="zh-CN">
          <a:solidFill>
            <a:schemeClr val="tx2"/>
          </a:solidFill>
        </a:defRPr>
      </a:lvl3pPr>
      <a:lvl4pPr eaLnBrk="1" latinLnBrk="0" hangingPunct="1">
        <a:defRPr lang="zh-CN">
          <a:solidFill>
            <a:schemeClr val="tx2"/>
          </a:solidFill>
        </a:defRPr>
      </a:lvl4pPr>
      <a:lvl5pPr eaLnBrk="1" latinLnBrk="0" hangingPunct="1">
        <a:defRPr lang="zh-CN">
          <a:solidFill>
            <a:schemeClr val="tx2"/>
          </a:solidFill>
        </a:defRPr>
      </a:lvl5pPr>
      <a:lvl6pPr eaLnBrk="1" latinLnBrk="0" hangingPunct="1">
        <a:defRPr lang="zh-CN">
          <a:solidFill>
            <a:schemeClr val="tx2"/>
          </a:solidFill>
        </a:defRPr>
      </a:lvl6pPr>
      <a:lvl7pPr eaLnBrk="1" latinLnBrk="0" hangingPunct="1">
        <a:defRPr lang="zh-CN">
          <a:solidFill>
            <a:schemeClr val="tx2"/>
          </a:solidFill>
        </a:defRPr>
      </a:lvl7pPr>
      <a:lvl8pPr eaLnBrk="1" latinLnBrk="0" hangingPunct="1">
        <a:defRPr lang="zh-CN">
          <a:solidFill>
            <a:schemeClr val="tx2"/>
          </a:solidFill>
        </a:defRPr>
      </a:lvl8pPr>
      <a:lvl9pPr eaLnBrk="1" latinLnBrk="0" hangingPunct="1">
        <a:defRPr lang="zh-CN"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80000"/>
        <a:buFont typeface="Wingdings 3" charset="2"/>
        <a:buChar char=""/>
        <a:defRPr lang="zh-CN" sz="2800" b="0" kern="1200">
          <a:solidFill>
            <a:schemeClr val="tx1"/>
          </a:solidFill>
          <a:effectLst>
            <a:outerShdw blurRad="38100" dist="38100" dir="2700000" algn="tl">
              <a:srgbClr val="000000">
                <a:alpha val="43137"/>
              </a:srgbClr>
            </a:outerShdw>
          </a:effectLst>
          <a:latin typeface="+mj-lt"/>
          <a:ea typeface="Microsoft YaHei UI" panose="020B0503020204020204" pitchFamily="34" charset="-122"/>
          <a:cs typeface="+mj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80000"/>
        <a:buFont typeface="Wingdings 3" charset="2"/>
        <a:buChar char=""/>
        <a:defRPr lang="zh-CN" sz="1800" b="0" kern="1200">
          <a:solidFill>
            <a:schemeClr val="tx1"/>
          </a:solidFill>
          <a:effectLst>
            <a:outerShdw blurRad="38100" dist="38100" dir="2700000" algn="tl">
              <a:srgbClr val="000000">
                <a:alpha val="43137"/>
              </a:srgbClr>
            </a:outerShdw>
          </a:effectLst>
          <a:latin typeface="+mj-lt"/>
          <a:ea typeface="Microsoft YaHei UI" panose="020B0503020204020204" pitchFamily="34" charset="-122"/>
          <a:cs typeface="+mj-cs"/>
        </a:defRPr>
      </a:lvl2pPr>
      <a:lvl3pPr marL="1143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80000"/>
        <a:buFont typeface="Wingdings 3" charset="2"/>
        <a:buChar char=""/>
        <a:defRPr lang="zh-CN" sz="1600" b="0" kern="1200">
          <a:solidFill>
            <a:schemeClr val="tx1"/>
          </a:solidFill>
          <a:latin typeface="+mj-lt"/>
          <a:ea typeface="Microsoft YaHei UI" panose="020B0503020204020204" pitchFamily="34" charset="-122"/>
          <a:cs typeface="+mj-cs"/>
        </a:defRPr>
      </a:lvl3pPr>
      <a:lvl4pPr marL="1600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80000"/>
        <a:buFont typeface="Wingdings 3" charset="2"/>
        <a:buChar char=""/>
        <a:defRPr lang="zh-CN" sz="1400" b="0" kern="1200">
          <a:solidFill>
            <a:schemeClr val="tx1"/>
          </a:solidFill>
          <a:latin typeface="+mj-lt"/>
          <a:ea typeface="Microsoft YaHei UI" panose="020B0503020204020204" pitchFamily="34" charset="-122"/>
          <a:cs typeface="+mj-cs"/>
        </a:defRPr>
      </a:lvl4pPr>
      <a:lvl5pPr marL="20574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80000"/>
        <a:buFont typeface="Wingdings 3" charset="2"/>
        <a:buChar char=""/>
        <a:defRPr lang="zh-CN" sz="1400" b="0" kern="1200">
          <a:solidFill>
            <a:schemeClr val="tx1"/>
          </a:solidFill>
          <a:latin typeface="+mj-lt"/>
          <a:ea typeface="Microsoft YaHei UI" panose="020B0503020204020204" pitchFamily="34" charset="-122"/>
          <a:cs typeface="+mj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80000"/>
        <a:buFont typeface="Wingdings 3" charset="2"/>
        <a:buChar char=""/>
        <a:defRPr lang="zh-CN" sz="1200" b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80000"/>
        <a:buFont typeface="Wingdings 3" charset="2"/>
        <a:buChar char=""/>
        <a:defRPr lang="zh-CN" sz="1200" b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80000"/>
        <a:buFont typeface="Wingdings 3" charset="2"/>
        <a:buChar char=""/>
        <a:defRPr lang="zh-CN" sz="1200" b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80000"/>
        <a:buFont typeface="Wingdings 3" charset="2"/>
        <a:buChar char=""/>
        <a:defRPr lang="zh-CN" sz="1200" b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zh-CN"/>
      </a:defPPr>
      <a:lvl1pPr marL="0" algn="l" defTabSz="457200" rtl="0" eaLnBrk="1" latinLnBrk="0" hangingPunct="1">
        <a:defRPr lang="zh-CN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lang="zh-CN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lang="zh-CN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lang="zh-CN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lang="zh-CN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lang="zh-CN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lang="zh-CN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lang="zh-CN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lang="zh-CN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68077" y="3683001"/>
            <a:ext cx="8825658" cy="1790700"/>
          </a:xfrm>
        </p:spPr>
        <p:txBody>
          <a:bodyPr>
            <a:normAutofit fontScale="925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3600" b="1" dirty="0">
                <a:solidFill>
                  <a:srgbClr val="FFC000"/>
                </a:solidFill>
              </a:rPr>
              <a:t>信息学院</a:t>
            </a:r>
            <a:r>
              <a:rPr lang="zh-CN" altLang="zh-CN" sz="3600" b="1">
                <a:solidFill>
                  <a:srgbClr val="FFC000"/>
                </a:solidFill>
              </a:rPr>
              <a:t>| </a:t>
            </a:r>
            <a:r>
              <a:rPr lang="zh-CN" altLang="en-US" sz="3600" b="1">
                <a:solidFill>
                  <a:srgbClr val="FFC000"/>
                </a:solidFill>
              </a:rPr>
              <a:t>校外实训一</a:t>
            </a:r>
            <a:endParaRPr lang="en-US" altLang="zh-CN" sz="3600" b="1" dirty="0">
              <a:solidFill>
                <a:srgbClr val="FFC000"/>
              </a:solidFill>
            </a:endParaRPr>
          </a:p>
          <a:p>
            <a:pPr algn="ctr">
              <a:lnSpc>
                <a:spcPct val="150000"/>
              </a:lnSpc>
            </a:pPr>
            <a:r>
              <a:rPr lang="en-US" altLang="zh-CN" sz="3600" b="1" dirty="0">
                <a:solidFill>
                  <a:srgbClr val="FFC000"/>
                </a:solidFill>
              </a:rPr>
              <a:t>2021</a:t>
            </a:r>
            <a:r>
              <a:rPr lang="zh-CN" altLang="en-US" sz="3600" b="1" dirty="0">
                <a:solidFill>
                  <a:srgbClr val="FFC000"/>
                </a:solidFill>
              </a:rPr>
              <a:t>年</a:t>
            </a:r>
            <a:r>
              <a:rPr lang="en-US" altLang="zh-CN" sz="3600" b="1" dirty="0">
                <a:solidFill>
                  <a:srgbClr val="FFC000"/>
                </a:solidFill>
              </a:rPr>
              <a:t>3</a:t>
            </a:r>
            <a:r>
              <a:rPr lang="zh-CN" altLang="en-US" sz="3600" b="1" dirty="0">
                <a:solidFill>
                  <a:srgbClr val="FFC000"/>
                </a:solidFill>
              </a:rPr>
              <a:t>月</a:t>
            </a:r>
            <a:r>
              <a:rPr lang="en-US" altLang="zh-CN" sz="3600" b="1" dirty="0">
                <a:solidFill>
                  <a:srgbClr val="FFC000"/>
                </a:solidFill>
              </a:rPr>
              <a:t>2</a:t>
            </a:r>
            <a:r>
              <a:rPr lang="zh-CN" altLang="en-US" sz="3600" b="1" dirty="0">
                <a:solidFill>
                  <a:srgbClr val="FFC000"/>
                </a:solidFill>
              </a:rPr>
              <a:t>日</a:t>
            </a:r>
            <a:endParaRPr lang="en-US" altLang="zh-CN" sz="3600" b="1" dirty="0">
              <a:solidFill>
                <a:srgbClr val="FFC000"/>
              </a:solidFill>
            </a:endParaRPr>
          </a:p>
        </p:txBody>
      </p:sp>
      <p:sp>
        <p:nvSpPr>
          <p:cNvPr id="4" name="标题 3">
            <a:extLst>
              <a:ext uri="{FF2B5EF4-FFF2-40B4-BE49-F238E27FC236}">
                <a16:creationId xmlns:a16="http://schemas.microsoft.com/office/drawing/2014/main" xmlns="" id="{6E241F11-C3AA-4468-B49C-A0A93AC0DF16}"/>
              </a:ext>
            </a:extLst>
          </p:cNvPr>
          <p:cNvSpPr txBox="1">
            <a:spLocks/>
          </p:cNvSpPr>
          <p:nvPr/>
        </p:nvSpPr>
        <p:spPr>
          <a:xfrm>
            <a:off x="1100530" y="1573338"/>
            <a:ext cx="9582952" cy="1186892"/>
          </a:xfrm>
          <a:prstGeom prst="rect">
            <a:avLst/>
          </a:prstGeom>
          <a:solidFill>
            <a:schemeClr val="accent4">
              <a:lumMod val="75000"/>
            </a:schemeClr>
          </a:solidFill>
        </p:spPr>
        <p:txBody>
          <a:bodyPr vert="horz" lIns="91440" tIns="45720" rIns="91440" bIns="45720" rtlCol="0" anchor="b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lang="zh-CN" sz="7200" b="0" kern="1200">
                <a:solidFill>
                  <a:schemeClr val="tx2"/>
                </a:solidFill>
                <a:latin typeface="+mj-lt"/>
                <a:ea typeface="Microsoft YaHei UI" panose="020B0503020204020204" pitchFamily="34" charset="-122"/>
                <a:cs typeface="+mj-cs"/>
              </a:defRPr>
            </a:lvl1pPr>
            <a:lvl2pPr eaLnBrk="1" latinLnBrk="0" hangingPunct="1">
              <a:defRPr lang="zh-CN">
                <a:solidFill>
                  <a:schemeClr val="tx2"/>
                </a:solidFill>
              </a:defRPr>
            </a:lvl2pPr>
            <a:lvl3pPr eaLnBrk="1" latinLnBrk="0" hangingPunct="1">
              <a:defRPr lang="zh-CN">
                <a:solidFill>
                  <a:schemeClr val="tx2"/>
                </a:solidFill>
              </a:defRPr>
            </a:lvl3pPr>
            <a:lvl4pPr eaLnBrk="1" latinLnBrk="0" hangingPunct="1">
              <a:defRPr lang="zh-CN">
                <a:solidFill>
                  <a:schemeClr val="tx2"/>
                </a:solidFill>
              </a:defRPr>
            </a:lvl4pPr>
            <a:lvl5pPr eaLnBrk="1" latinLnBrk="0" hangingPunct="1">
              <a:defRPr lang="zh-CN">
                <a:solidFill>
                  <a:schemeClr val="tx2"/>
                </a:solidFill>
              </a:defRPr>
            </a:lvl5pPr>
            <a:lvl6pPr eaLnBrk="1" latinLnBrk="0" hangingPunct="1">
              <a:defRPr lang="zh-CN">
                <a:solidFill>
                  <a:schemeClr val="tx2"/>
                </a:solidFill>
              </a:defRPr>
            </a:lvl6pPr>
            <a:lvl7pPr eaLnBrk="1" latinLnBrk="0" hangingPunct="1">
              <a:defRPr lang="zh-CN">
                <a:solidFill>
                  <a:schemeClr val="tx2"/>
                </a:solidFill>
              </a:defRPr>
            </a:lvl7pPr>
            <a:lvl8pPr eaLnBrk="1" latinLnBrk="0" hangingPunct="1">
              <a:defRPr lang="zh-CN">
                <a:solidFill>
                  <a:schemeClr val="tx2"/>
                </a:solidFill>
              </a:defRPr>
            </a:lvl8pPr>
            <a:lvl9pPr eaLnBrk="1" latinLnBrk="0" hangingPunct="1">
              <a:defRPr lang="zh-CN">
                <a:solidFill>
                  <a:schemeClr val="tx2"/>
                </a:solidFill>
              </a:defRPr>
            </a:lvl9pPr>
          </a:lstStyle>
          <a:p>
            <a:pPr algn="ctr"/>
            <a:r>
              <a:rPr lang="zh-CN" altLang="en-US" sz="5400" dirty="0"/>
              <a:t>在线编程实践例题讲解</a:t>
            </a:r>
          </a:p>
        </p:txBody>
      </p:sp>
    </p:spTree>
    <p:extLst>
      <p:ext uri="{BB962C8B-B14F-4D97-AF65-F5344CB8AC3E}">
        <p14:creationId xmlns:p14="http://schemas.microsoft.com/office/powerpoint/2010/main" val="4005440639"/>
      </p:ext>
    </p:extLst>
  </p:cSld>
  <p:clrMapOvr>
    <a:masterClrMapping/>
  </p:clrMapOvr>
  <p:transition spd="med">
    <p:push dir="u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xmlns="" id="{9DD8E1C3-E553-42A0-B5A5-D7C1D4F30A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7030" y="474507"/>
            <a:ext cx="9404723" cy="1481294"/>
          </a:xfrm>
          <a:solidFill>
            <a:srgbClr val="7030A0"/>
          </a:solidFill>
        </p:spPr>
        <p:txBody>
          <a:bodyPr/>
          <a:lstStyle/>
          <a:p>
            <a:r>
              <a:rPr lang="zh-CN" altLang="en-US" dirty="0"/>
              <a:t>用户：学号  默认密码：</a:t>
            </a:r>
            <a:r>
              <a:rPr lang="en-US" altLang="zh-CN" dirty="0"/>
              <a:t>123456</a:t>
            </a:r>
            <a:br>
              <a:rPr lang="en-US" altLang="zh-CN" dirty="0"/>
            </a:br>
            <a:r>
              <a:rPr lang="zh-CN" altLang="en-US" dirty="0"/>
              <a:t>例题试炼一密码：</a:t>
            </a:r>
            <a:r>
              <a:rPr lang="en-US" altLang="zh-CN" dirty="0" err="1"/>
              <a:t>ilovexmu</a:t>
            </a:r>
            <a:endParaRPr lang="zh-CN" altLang="en-US" dirty="0"/>
          </a:p>
        </p:txBody>
      </p:sp>
      <p:pic>
        <p:nvPicPr>
          <p:cNvPr id="6" name="内容占位符 5">
            <a:extLst>
              <a:ext uri="{FF2B5EF4-FFF2-40B4-BE49-F238E27FC236}">
                <a16:creationId xmlns:a16="http://schemas.microsoft.com/office/drawing/2014/main" xmlns="" id="{4A15A06A-F584-4824-AC9F-83078764DD3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07029" y="2247899"/>
            <a:ext cx="9319806" cy="39878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0414296"/>
      </p:ext>
    </p:extLst>
  </p:cSld>
  <p:clrMapOvr>
    <a:masterClrMapping/>
  </p:clrMapOvr>
  <p:transition spd="med">
    <p:push dir="u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title"/>
          </p:nvPr>
        </p:nvSpPr>
        <p:spPr>
          <a:xfrm>
            <a:off x="1129789" y="2676088"/>
            <a:ext cx="9582952" cy="1186892"/>
          </a:xfrm>
          <a:solidFill>
            <a:schemeClr val="accent4">
              <a:lumMod val="75000"/>
            </a:schemeClr>
          </a:solidFill>
        </p:spPr>
        <p:txBody>
          <a:bodyPr/>
          <a:lstStyle/>
          <a:p>
            <a:pPr algn="ctr"/>
            <a:r>
              <a:rPr lang="zh-CN" altLang="en-US" sz="7200" dirty="0"/>
              <a:t>枚举</a:t>
            </a:r>
            <a:r>
              <a:rPr lang="en-US" altLang="zh-CN" sz="7200" dirty="0"/>
              <a:t>I</a:t>
            </a:r>
            <a:endParaRPr lang="zh-CN" altLang="en-US" sz="7200" dirty="0"/>
          </a:p>
        </p:txBody>
      </p:sp>
    </p:spTree>
    <p:extLst>
      <p:ext uri="{BB962C8B-B14F-4D97-AF65-F5344CB8AC3E}">
        <p14:creationId xmlns:p14="http://schemas.microsoft.com/office/powerpoint/2010/main" val="1019809777"/>
      </p:ext>
    </p:extLst>
  </p:cSld>
  <p:clrMapOvr>
    <a:masterClrMapping/>
  </p:clrMapOvr>
  <p:transition spd="med">
    <p:push dir="u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枚举算法</a:t>
            </a:r>
            <a:r>
              <a:rPr lang="en-US" altLang="zh-CN" dirty="0"/>
              <a:t>(</a:t>
            </a:r>
            <a:r>
              <a:rPr lang="zh-CN" altLang="en-US" dirty="0">
                <a:highlight>
                  <a:srgbClr val="FF0000"/>
                </a:highlight>
              </a:rPr>
              <a:t>暴</a:t>
            </a:r>
            <a:r>
              <a:rPr lang="zh-CN" altLang="en-US" dirty="0"/>
              <a:t>力</a:t>
            </a:r>
            <a:r>
              <a:rPr lang="zh-CN" altLang="en-US" dirty="0">
                <a:highlight>
                  <a:srgbClr val="FF0000"/>
                </a:highlight>
              </a:rPr>
              <a:t>搜</a:t>
            </a:r>
            <a:r>
              <a:rPr lang="zh-CN" altLang="en-US" dirty="0"/>
              <a:t>索</a:t>
            </a:r>
            <a:r>
              <a:rPr lang="en-US" altLang="zh-CN" dirty="0"/>
              <a:t>)</a:t>
            </a:r>
            <a:endParaRPr lang="zh-CN" altLang="en-US" dirty="0"/>
          </a:p>
        </p:txBody>
      </p:sp>
      <p:sp>
        <p:nvSpPr>
          <p:cNvPr id="5" name="内容占位符 4"/>
          <p:cNvSpPr>
            <a:spLocks noGrp="1"/>
          </p:cNvSpPr>
          <p:nvPr>
            <p:ph idx="1"/>
          </p:nvPr>
        </p:nvSpPr>
        <p:spPr>
          <a:xfrm>
            <a:off x="653071" y="1447800"/>
            <a:ext cx="11156637" cy="4890370"/>
          </a:xfrm>
        </p:spPr>
        <p:txBody>
          <a:bodyPr>
            <a:normAutofit lnSpcReduction="10000"/>
          </a:bodyPr>
          <a:lstStyle/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逐个尝试答案的一种问题求解策略</a:t>
            </a:r>
          </a:p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例如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: </a:t>
            </a:r>
            <a:r>
              <a:rPr lang="zh-CN" altLang="en-US" dirty="0">
                <a:highlight>
                  <a:srgbClr val="FF0000"/>
                </a:highlight>
                <a:latin typeface="微软雅黑" panose="020B0503020204020204" pitchFamily="34" charset="-122"/>
                <a:ea typeface="微软雅黑" panose="020B0503020204020204" pitchFamily="34" charset="-122"/>
              </a:rPr>
              <a:t>求小于</a:t>
            </a:r>
            <a:r>
              <a:rPr lang="en-US" altLang="zh-CN" dirty="0">
                <a:highlight>
                  <a:srgbClr val="FF0000"/>
                </a:highlight>
                <a:latin typeface="微软雅黑" panose="020B0503020204020204" pitchFamily="34" charset="-122"/>
                <a:ea typeface="微软雅黑" panose="020B0503020204020204" pitchFamily="34" charset="-122"/>
              </a:rPr>
              <a:t>N</a:t>
            </a:r>
            <a:r>
              <a:rPr lang="zh-CN" altLang="en-US" dirty="0">
                <a:highlight>
                  <a:srgbClr val="FF0000"/>
                </a:highlight>
                <a:latin typeface="微软雅黑" panose="020B0503020204020204" pitchFamily="34" charset="-122"/>
                <a:ea typeface="微软雅黑" panose="020B0503020204020204" pitchFamily="34" charset="-122"/>
              </a:rPr>
              <a:t>的最大素数</a:t>
            </a:r>
          </a:p>
          <a:p>
            <a:pPr marL="971550" lvl="1" indent="-514350">
              <a:buFont typeface="+mj-lt"/>
              <a:buAutoNum type="arabicPeriod"/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难点：找不到一个</a:t>
            </a:r>
            <a:r>
              <a:rPr lang="zh-CN" altLang="en-US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数学公式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,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使得根据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N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就可以计算出这个素数</a:t>
            </a:r>
          </a:p>
          <a:p>
            <a:pPr marL="971550" lvl="1" indent="-514350">
              <a:buFont typeface="+mj-lt"/>
              <a:buAutoNum type="arabicPeriod"/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策略：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N-1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是素数吗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? N-2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是素数吗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? N-3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是素数吗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? ……</a:t>
            </a:r>
          </a:p>
          <a:p>
            <a:pPr lvl="1"/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问题转换为：判断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N-</a:t>
            </a:r>
            <a:r>
              <a:rPr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i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是否是素数的问题</a:t>
            </a:r>
          </a:p>
          <a:p>
            <a:pPr lvl="1"/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最坏情况需要计算：求小于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N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的全部素数</a:t>
            </a:r>
          </a:p>
        </p:txBody>
      </p:sp>
    </p:spTree>
    <p:extLst>
      <p:ext uri="{BB962C8B-B14F-4D97-AF65-F5344CB8AC3E}">
        <p14:creationId xmlns:p14="http://schemas.microsoft.com/office/powerpoint/2010/main" val="1760670158"/>
      </p:ext>
    </p:extLst>
  </p:cSld>
  <p:clrMapOvr>
    <a:masterClrMapping/>
  </p:clrMapOvr>
  <p:transition spd="med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solidFill>
            <a:srgbClr val="7030A0"/>
          </a:solidFill>
        </p:spPr>
        <p:txBody>
          <a:bodyPr/>
          <a:lstStyle/>
          <a:p>
            <a:r>
              <a:rPr lang="zh-CN" altLang="en-US" dirty="0"/>
              <a:t>讲义例题</a:t>
            </a:r>
            <a:endParaRPr lang="zh-CN" dirty="0"/>
          </a:p>
        </p:txBody>
      </p:sp>
      <p:graphicFrame>
        <p:nvGraphicFramePr>
          <p:cNvPr id="4" name="内容占位符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022429823"/>
              </p:ext>
            </p:extLst>
          </p:nvPr>
        </p:nvGraphicFramePr>
        <p:xfrm>
          <a:off x="1103684" y="1700300"/>
          <a:ext cx="8947150" cy="419576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744434784"/>
      </p:ext>
    </p:extLst>
  </p:cSld>
  <p:clrMapOvr>
    <a:masterClrMapping/>
  </p:clrMapOvr>
  <p:transition spd="med">
    <p:push dir="u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title"/>
          </p:nvPr>
        </p:nvSpPr>
        <p:spPr>
          <a:xfrm>
            <a:off x="1552718" y="5468178"/>
            <a:ext cx="8675803" cy="1005858"/>
          </a:xfrm>
          <a:solidFill>
            <a:schemeClr val="accent4">
              <a:lumMod val="75000"/>
            </a:schemeClr>
          </a:solidFill>
        </p:spPr>
        <p:txBody>
          <a:bodyPr/>
          <a:lstStyle/>
          <a:p>
            <a:pPr algn="ctr"/>
            <a:r>
              <a:rPr lang="zh-CN" altLang="en-US" sz="5400" b="1" dirty="0">
                <a:solidFill>
                  <a:schemeClr val="tx1"/>
                </a:solidFill>
              </a:rPr>
              <a:t>例题</a:t>
            </a:r>
            <a:r>
              <a:rPr lang="en-US" altLang="zh-CN" sz="5400" b="1" dirty="0">
                <a:solidFill>
                  <a:schemeClr val="tx1"/>
                </a:solidFill>
              </a:rPr>
              <a:t>1 A+B</a:t>
            </a:r>
            <a:endParaRPr lang="zh-CN" altLang="en-US" sz="5400" b="1" dirty="0">
              <a:solidFill>
                <a:schemeClr val="tx1"/>
              </a:solidFill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 rotWithShape="1">
          <a:blip r:embed="rId2"/>
          <a:srcRect l="1722" b="8200"/>
          <a:stretch/>
        </p:blipFill>
        <p:spPr>
          <a:xfrm>
            <a:off x="1626429" y="406990"/>
            <a:ext cx="8528380" cy="49095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8693757"/>
      </p:ext>
    </p:extLst>
  </p:cSld>
  <p:clrMapOvr>
    <a:masterClrMapping/>
  </p:clrMapOvr>
  <p:transition spd="med">
    <p:push dir="u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>
            <a:extLst>
              <a:ext uri="{FF2B5EF4-FFF2-40B4-BE49-F238E27FC236}">
                <a16:creationId xmlns:a16="http://schemas.microsoft.com/office/drawing/2014/main" xmlns="" id="{F3F4A77B-38D2-4BEC-A009-ADDA4ABEB7C6}"/>
              </a:ext>
            </a:extLst>
          </p:cNvPr>
          <p:cNvSpPr>
            <a:spLocks noGrp="1"/>
          </p:cNvSpPr>
          <p:nvPr>
            <p:ph type="title"/>
          </p:nvPr>
        </p:nvSpPr>
        <p:spPr>
          <a:solidFill>
            <a:srgbClr val="7030A0"/>
          </a:solidFill>
        </p:spPr>
        <p:txBody>
          <a:bodyPr/>
          <a:lstStyle/>
          <a:p>
            <a:r>
              <a:rPr lang="zh-CN" altLang="en-US" dirty="0"/>
              <a:t>基本输入输出</a:t>
            </a:r>
            <a:r>
              <a:rPr lang="en-US" altLang="zh-CN" dirty="0"/>
              <a:t>A+B</a:t>
            </a:r>
            <a:endParaRPr lang="zh-CN" altLang="en-US" dirty="0"/>
          </a:p>
        </p:txBody>
      </p:sp>
      <p:pic>
        <p:nvPicPr>
          <p:cNvPr id="6" name="内容占位符 5">
            <a:extLst>
              <a:ext uri="{FF2B5EF4-FFF2-40B4-BE49-F238E27FC236}">
                <a16:creationId xmlns:a16="http://schemas.microsoft.com/office/drawing/2014/main" xmlns="" id="{CCF30C41-2171-44FD-AA43-B1DE9C9D438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2325" y="1582578"/>
            <a:ext cx="6079191" cy="4650581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xmlns="" id="{3F5945C2-A8BC-4B7A-B6EE-8E5038DBDBE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53300" y="1582578"/>
            <a:ext cx="3415100" cy="1754982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xmlns="" id="{3B9E4445-76A2-4579-8982-9814D82F44DB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r="24984"/>
          <a:stretch/>
        </p:blipFill>
        <p:spPr>
          <a:xfrm>
            <a:off x="7353301" y="3857819"/>
            <a:ext cx="3415100" cy="20402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2752430"/>
      </p:ext>
    </p:extLst>
  </p:cSld>
  <p:clrMapOvr>
    <a:masterClrMapping/>
  </p:clrMapOvr>
  <p:transition spd="med">
    <p:push dir="u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xmlns="" id="{B68C571C-7BB7-49EB-81A9-DB8A8FBABC5B}"/>
              </a:ext>
            </a:extLst>
          </p:cNvPr>
          <p:cNvSpPr>
            <a:spLocks noGrp="1"/>
          </p:cNvSpPr>
          <p:nvPr>
            <p:ph type="title"/>
          </p:nvPr>
        </p:nvSpPr>
        <p:spPr>
          <a:solidFill>
            <a:srgbClr val="7030A0"/>
          </a:solidFill>
        </p:spPr>
        <p:txBody>
          <a:bodyPr/>
          <a:lstStyle/>
          <a:p>
            <a:r>
              <a:rPr lang="en-US" altLang="zh-CN" dirty="0"/>
              <a:t>C</a:t>
            </a:r>
            <a:r>
              <a:rPr lang="zh-CN" altLang="en-US" dirty="0"/>
              <a:t>代码</a:t>
            </a:r>
          </a:p>
        </p:txBody>
      </p:sp>
      <p:pic>
        <p:nvPicPr>
          <p:cNvPr id="7" name="内容占位符 6">
            <a:extLst>
              <a:ext uri="{FF2B5EF4-FFF2-40B4-BE49-F238E27FC236}">
                <a16:creationId xmlns:a16="http://schemas.microsoft.com/office/drawing/2014/main" xmlns="" id="{9C907B6E-B2EF-4E21-9E8E-7025E15CDDD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45130" y="1413986"/>
            <a:ext cx="6624350" cy="51570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7814555"/>
      </p:ext>
    </p:extLst>
  </p:cSld>
  <p:clrMapOvr>
    <a:masterClrMapping/>
  </p:clrMapOvr>
  <p:transition spd="med">
    <p:push dir="u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xmlns="" id="{B68C571C-7BB7-49EB-81A9-DB8A8FBABC5B}"/>
              </a:ext>
            </a:extLst>
          </p:cNvPr>
          <p:cNvSpPr>
            <a:spLocks noGrp="1"/>
          </p:cNvSpPr>
          <p:nvPr>
            <p:ph type="title"/>
          </p:nvPr>
        </p:nvSpPr>
        <p:spPr>
          <a:solidFill>
            <a:srgbClr val="7030A0"/>
          </a:solidFill>
        </p:spPr>
        <p:txBody>
          <a:bodyPr/>
          <a:lstStyle/>
          <a:p>
            <a:r>
              <a:rPr lang="en-US" altLang="zh-CN" dirty="0"/>
              <a:t>C++</a:t>
            </a:r>
            <a:r>
              <a:rPr lang="zh-CN" altLang="en-US" dirty="0"/>
              <a:t>代码</a:t>
            </a:r>
          </a:p>
        </p:txBody>
      </p:sp>
      <p:pic>
        <p:nvPicPr>
          <p:cNvPr id="4" name="内容占位符 3">
            <a:extLst>
              <a:ext uri="{FF2B5EF4-FFF2-40B4-BE49-F238E27FC236}">
                <a16:creationId xmlns:a16="http://schemas.microsoft.com/office/drawing/2014/main" xmlns="" id="{86243823-AEA5-416F-8061-2A37F0D8F50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45130" y="1248251"/>
            <a:ext cx="8221186" cy="51954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0451051"/>
      </p:ext>
    </p:extLst>
  </p:cSld>
  <p:clrMapOvr>
    <a:masterClrMapping/>
  </p:clrMapOvr>
  <p:transition spd="med">
    <p:push dir="u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xmlns="" id="{B68C571C-7BB7-49EB-81A9-DB8A8FBABC5B}"/>
              </a:ext>
            </a:extLst>
          </p:cNvPr>
          <p:cNvSpPr>
            <a:spLocks noGrp="1"/>
          </p:cNvSpPr>
          <p:nvPr>
            <p:ph type="title"/>
          </p:nvPr>
        </p:nvSpPr>
        <p:spPr>
          <a:solidFill>
            <a:srgbClr val="7030A0"/>
          </a:solidFill>
        </p:spPr>
        <p:txBody>
          <a:bodyPr/>
          <a:lstStyle/>
          <a:p>
            <a:r>
              <a:rPr lang="en-US" altLang="zh-CN" dirty="0"/>
              <a:t>python</a:t>
            </a:r>
            <a:r>
              <a:rPr lang="zh-CN" altLang="en-US" dirty="0"/>
              <a:t>代码</a:t>
            </a:r>
          </a:p>
        </p:txBody>
      </p:sp>
      <p:pic>
        <p:nvPicPr>
          <p:cNvPr id="6" name="内容占位符 5">
            <a:extLst>
              <a:ext uri="{FF2B5EF4-FFF2-40B4-BE49-F238E27FC236}">
                <a16:creationId xmlns:a16="http://schemas.microsoft.com/office/drawing/2014/main" xmlns="" id="{0587B8CE-483B-4D30-9C8C-AC5862D6299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45130" y="1682353"/>
            <a:ext cx="10809957" cy="34932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8281903"/>
      </p:ext>
    </p:extLst>
  </p:cSld>
  <p:clrMapOvr>
    <a:masterClrMapping/>
  </p:clrMapOvr>
  <p:transition spd="med">
    <p:push dir="u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xmlns="" id="{FB3E9FC4-A201-44B3-BE5C-B4B0AC392D3A}"/>
              </a:ext>
            </a:extLst>
          </p:cNvPr>
          <p:cNvSpPr>
            <a:spLocks noGrp="1"/>
          </p:cNvSpPr>
          <p:nvPr>
            <p:ph type="title"/>
          </p:nvPr>
        </p:nvSpPr>
        <p:spPr>
          <a:solidFill>
            <a:srgbClr val="00B050"/>
          </a:solidFill>
        </p:spPr>
        <p:txBody>
          <a:bodyPr/>
          <a:lstStyle/>
          <a:p>
            <a:pPr algn="ctr"/>
            <a:r>
              <a:rPr lang="en-US" altLang="zh-CN" dirty="0" err="1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ACcepted</a:t>
            </a:r>
            <a:r>
              <a:rPr lang="zh-CN" altLang="en-US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！</a:t>
            </a:r>
          </a:p>
        </p:txBody>
      </p:sp>
      <p:pic>
        <p:nvPicPr>
          <p:cNvPr id="4" name="内容占位符 3">
            <a:extLst>
              <a:ext uri="{FF2B5EF4-FFF2-40B4-BE49-F238E27FC236}">
                <a16:creationId xmlns:a16="http://schemas.microsoft.com/office/drawing/2014/main" xmlns="" id="{5E886DDD-C79C-4AD4-8DDD-AFDCF293A76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57983" y="1377670"/>
            <a:ext cx="9179015" cy="52425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788854"/>
      </p:ext>
    </p:extLst>
  </p:cSld>
  <p:clrMapOvr>
    <a:masterClrMapping/>
  </p:clrMapOvr>
  <p:transition spd="med">
    <p:push dir="u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title"/>
          </p:nvPr>
        </p:nvSpPr>
        <p:spPr>
          <a:xfrm>
            <a:off x="1053589" y="5359533"/>
            <a:ext cx="9582952" cy="1186892"/>
          </a:xfrm>
          <a:solidFill>
            <a:schemeClr val="accent4">
              <a:lumMod val="75000"/>
            </a:schemeClr>
          </a:solidFill>
        </p:spPr>
        <p:txBody>
          <a:bodyPr/>
          <a:lstStyle/>
          <a:p>
            <a:pPr algn="ctr"/>
            <a:r>
              <a:rPr lang="zh-CN" altLang="en-US" sz="7200" dirty="0"/>
              <a:t>例题</a:t>
            </a:r>
            <a:r>
              <a:rPr lang="en-US" altLang="zh-CN" sz="7200" dirty="0"/>
              <a:t>2</a:t>
            </a:r>
            <a:r>
              <a:rPr lang="zh-CN" altLang="en-US" sz="7200" dirty="0"/>
              <a:t>：完美立方</a:t>
            </a: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xmlns="" id="{F4AF7738-3D91-49BF-868E-CEFAA4BB634A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722" b="8200"/>
          <a:stretch/>
        </p:blipFill>
        <p:spPr>
          <a:xfrm>
            <a:off x="1382589" y="311575"/>
            <a:ext cx="8528380" cy="49095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34741926"/>
      </p:ext>
    </p:extLst>
  </p:cSld>
  <p:clrMapOvr>
    <a:masterClrMapping/>
  </p:clrMapOvr>
  <p:transition spd="med">
    <p:push dir="u"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solidFill>
            <a:srgbClr val="7030A0"/>
          </a:solidFill>
        </p:spPr>
        <p:txBody>
          <a:bodyPr/>
          <a:lstStyle/>
          <a:p>
            <a:r>
              <a:rPr lang="zh-CN" altLang="en-US" dirty="0">
                <a:latin typeface="Microsoft YaHei UI" panose="020B0503020204020204" pitchFamily="34" charset="-122"/>
              </a:rPr>
              <a:t>完美立方</a:t>
            </a:r>
            <a:r>
              <a:rPr lang="zh-CN" altLang="zh-CN" dirty="0">
                <a:latin typeface="Microsoft YaHei UI" panose="020B0503020204020204" pitchFamily="34" charset="-122"/>
              </a:rPr>
              <a:t/>
            </a:r>
            <a:br>
              <a:rPr lang="zh-CN" altLang="zh-CN" dirty="0">
                <a:latin typeface="Microsoft YaHei UI" panose="020B0503020204020204" pitchFamily="34" charset="-122"/>
              </a:rPr>
            </a:br>
            <a:endParaRPr lang="zh-CN" altLang="en-US" dirty="0"/>
          </a:p>
        </p:txBody>
      </p:sp>
      <p:pic>
        <p:nvPicPr>
          <p:cNvPr id="6" name="内容占位符 5">
            <a:extLst>
              <a:ext uri="{FF2B5EF4-FFF2-40B4-BE49-F238E27FC236}">
                <a16:creationId xmlns:a16="http://schemas.microsoft.com/office/drawing/2014/main" xmlns="" id="{602E069D-1141-4300-A760-7F86F2E4302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45130" y="1510665"/>
            <a:ext cx="10550977" cy="45396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8037365"/>
      </p:ext>
    </p:extLst>
  </p:cSld>
  <p:clrMapOvr>
    <a:masterClrMapping/>
  </p:clrMapOvr>
  <p:transition spd="med">
    <p:push dir="u"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>
            <a:extLst>
              <a:ext uri="{FF2B5EF4-FFF2-40B4-BE49-F238E27FC236}">
                <a16:creationId xmlns:a16="http://schemas.microsoft.com/office/drawing/2014/main" xmlns="" id="{686B3898-3FD4-4D72-BE6A-CA3F692113E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3354" y="375632"/>
            <a:ext cx="10276887" cy="63299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2123565"/>
      </p:ext>
    </p:extLst>
  </p:cSld>
  <p:clrMapOvr>
    <a:masterClrMapping/>
  </p:clrMapOvr>
  <p:transition spd="med">
    <p:push dir="u"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solidFill>
            <a:srgbClr val="0070C0"/>
          </a:solidFill>
        </p:spPr>
        <p:txBody>
          <a:bodyPr/>
          <a:lstStyle/>
          <a:p>
            <a:r>
              <a:rPr lang="zh-CN" altLang="en-US" dirty="0"/>
              <a:t>解题思路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05098" y="1285705"/>
            <a:ext cx="10470541" cy="4890370"/>
          </a:xfrm>
        </p:spPr>
        <p:txBody>
          <a:bodyPr>
            <a:normAutofit lnSpcReduction="10000"/>
          </a:bodyPr>
          <a:lstStyle/>
          <a:p>
            <a:pPr lvl="0"/>
            <a:r>
              <a:rPr lang="zh-CN" altLang="zh-CN" dirty="0"/>
              <a:t>找不到数学公式……</a:t>
            </a:r>
          </a:p>
          <a:p>
            <a:pPr lvl="0"/>
            <a:r>
              <a:rPr lang="zh-CN" altLang="zh-CN" dirty="0"/>
              <a:t>枚举策略：</a:t>
            </a:r>
            <a:r>
              <a:rPr lang="en-US" altLang="zh-CN" b="1" dirty="0"/>
              <a:t>4</a:t>
            </a:r>
            <a:r>
              <a:rPr lang="zh-CN" altLang="zh-CN" b="1" dirty="0"/>
              <a:t>重循环枚举</a:t>
            </a:r>
            <a:r>
              <a:rPr lang="en-US" altLang="zh-CN" b="1" dirty="0" err="1"/>
              <a:t>a,b,c,d</a:t>
            </a:r>
            <a:r>
              <a:rPr lang="en-US" altLang="zh-CN" b="1" dirty="0"/>
              <a:t> </a:t>
            </a:r>
            <a:r>
              <a:rPr lang="en-US" altLang="zh-CN" dirty="0"/>
              <a:t/>
            </a:r>
            <a:br>
              <a:rPr lang="en-US" altLang="zh-CN" dirty="0"/>
            </a:br>
            <a:r>
              <a:rPr lang="en-US" altLang="zh-CN" dirty="0"/>
              <a:t>a</a:t>
            </a:r>
            <a:r>
              <a:rPr lang="zh-CN" altLang="zh-CN" dirty="0"/>
              <a:t>在最外层，</a:t>
            </a:r>
            <a:r>
              <a:rPr lang="en-US" altLang="zh-CN" dirty="0"/>
              <a:t>d</a:t>
            </a:r>
            <a:r>
              <a:rPr lang="zh-CN" altLang="zh-CN" dirty="0"/>
              <a:t>在最里层，每一层都是从小到大枚举</a:t>
            </a:r>
          </a:p>
          <a:p>
            <a:pPr lvl="0"/>
            <a:r>
              <a:rPr lang="zh-CN" altLang="zh-CN" dirty="0"/>
              <a:t>确定枚举范围：</a:t>
            </a:r>
            <a:r>
              <a:rPr lang="en-US" altLang="zh-CN" dirty="0"/>
              <a:t>a</a:t>
            </a:r>
            <a:r>
              <a:rPr lang="zh-CN" altLang="zh-CN" dirty="0"/>
              <a:t>范围</a:t>
            </a:r>
            <a:r>
              <a:rPr lang="en-US" altLang="zh-CN" dirty="0"/>
              <a:t>[2,N]</a:t>
            </a:r>
            <a:endParaRPr lang="zh-CN" altLang="zh-CN" dirty="0"/>
          </a:p>
          <a:p>
            <a:pPr lvl="0"/>
            <a:r>
              <a:rPr lang="en-US" altLang="zh-CN" dirty="0"/>
              <a:t>b</a:t>
            </a:r>
            <a:r>
              <a:rPr lang="zh-CN" altLang="zh-CN" dirty="0"/>
              <a:t>范围 </a:t>
            </a:r>
            <a:r>
              <a:rPr lang="en-US" altLang="zh-CN" dirty="0"/>
              <a:t>[2,a-1]</a:t>
            </a:r>
          </a:p>
          <a:p>
            <a:pPr lvl="0"/>
            <a:r>
              <a:rPr lang="zh-CN" altLang="en-US" dirty="0"/>
              <a:t>确定</a:t>
            </a:r>
            <a:r>
              <a:rPr lang="en-US" altLang="zh-CN" dirty="0"/>
              <a:t>c</a:t>
            </a:r>
            <a:r>
              <a:rPr lang="zh-CN" altLang="zh-CN" dirty="0"/>
              <a:t>范围 </a:t>
            </a:r>
            <a:r>
              <a:rPr lang="en-US" altLang="zh-CN" dirty="0"/>
              <a:t>[b,a-1]</a:t>
            </a:r>
            <a:r>
              <a:rPr lang="zh-CN" altLang="en-US" dirty="0"/>
              <a:t>、</a:t>
            </a:r>
            <a:r>
              <a:rPr lang="en-US" altLang="zh-CN" dirty="0"/>
              <a:t>d</a:t>
            </a:r>
            <a:r>
              <a:rPr lang="zh-CN" altLang="zh-CN" dirty="0"/>
              <a:t>范围 </a:t>
            </a:r>
            <a:r>
              <a:rPr lang="en-US" altLang="zh-CN" dirty="0"/>
              <a:t>[c,a-1]</a:t>
            </a:r>
            <a:endParaRPr lang="zh-CN" altLang="zh-CN" dirty="0"/>
          </a:p>
        </p:txBody>
      </p:sp>
      <p:pic>
        <p:nvPicPr>
          <p:cNvPr id="1026" name="Picture 2" descr="C:\Users\apple\AppData\Local\Temp\qqpyimg1581665094.pn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6540" y="1285705"/>
            <a:ext cx="558593" cy="5585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0307127"/>
      </p:ext>
    </p:extLst>
  </p:cSld>
  <p:clrMapOvr>
    <a:masterClrMapping/>
  </p:clrMapOvr>
  <p:transition spd="med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0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0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内容占位符 5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0"/>
            <a:ext cx="13675420" cy="6858000"/>
          </a:xfrm>
          <a:prstGeom prst="rect">
            <a:avLst/>
          </a:prstGeom>
        </p:spPr>
      </p:pic>
      <p:sp>
        <p:nvSpPr>
          <p:cNvPr id="3" name="矩形: 圆角 2">
            <a:extLst>
              <a:ext uri="{FF2B5EF4-FFF2-40B4-BE49-F238E27FC236}">
                <a16:creationId xmlns:a16="http://schemas.microsoft.com/office/drawing/2014/main" xmlns="" id="{5E70C7CF-DBCE-4405-8579-AD3563DF3B1D}"/>
              </a:ext>
            </a:extLst>
          </p:cNvPr>
          <p:cNvSpPr/>
          <p:nvPr/>
        </p:nvSpPr>
        <p:spPr>
          <a:xfrm>
            <a:off x="1234440" y="3017520"/>
            <a:ext cx="10789920" cy="2590800"/>
          </a:xfrm>
          <a:prstGeom prst="roundRect">
            <a:avLst/>
          </a:prstGeom>
          <a:solidFill>
            <a:srgbClr val="27282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xmlns="" id="{2D9FE5E0-1A92-4D8C-9925-0CF138D1ECC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06880" y="3143250"/>
            <a:ext cx="9403434" cy="22974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4382542"/>
      </p:ext>
    </p:extLst>
  </p:cSld>
  <p:clrMapOvr>
    <a:masterClrMapping/>
  </p:clrMapOvr>
  <p:transition spd="med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title"/>
          </p:nvPr>
        </p:nvSpPr>
        <p:spPr>
          <a:xfrm>
            <a:off x="962149" y="5359533"/>
            <a:ext cx="9582952" cy="1186892"/>
          </a:xfrm>
          <a:solidFill>
            <a:schemeClr val="accent4">
              <a:lumMod val="75000"/>
            </a:schemeClr>
          </a:solidFill>
        </p:spPr>
        <p:txBody>
          <a:bodyPr/>
          <a:lstStyle/>
          <a:p>
            <a:pPr lvl="0" algn="ctr"/>
            <a:r>
              <a:rPr lang="zh-CN" altLang="en-US" sz="7200" dirty="0"/>
              <a:t>例题</a:t>
            </a:r>
            <a:r>
              <a:rPr lang="en-US" altLang="zh-CN" sz="7200" dirty="0">
                <a:latin typeface="Microsoft YaHei UI" panose="020B0503020204020204" pitchFamily="34" charset="-122"/>
              </a:rPr>
              <a:t>3</a:t>
            </a:r>
            <a:r>
              <a:rPr lang="zh-CN" altLang="en-US" sz="7200" dirty="0">
                <a:latin typeface="Microsoft YaHei UI" panose="020B0503020204020204" pitchFamily="34" charset="-122"/>
              </a:rPr>
              <a:t>：人的周期</a:t>
            </a:r>
            <a:endParaRPr lang="zh-CN" altLang="zh-CN" sz="7200" dirty="0">
              <a:latin typeface="Microsoft YaHei UI" panose="020B0503020204020204" pitchFamily="34" charset="-122"/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xmlns="" id="{93297A47-1050-4FFE-A895-FB7D1E1FA05C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722" b="8200"/>
          <a:stretch/>
        </p:blipFill>
        <p:spPr>
          <a:xfrm>
            <a:off x="1382589" y="311575"/>
            <a:ext cx="8528380" cy="49095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9980630"/>
      </p:ext>
    </p:extLst>
  </p:cSld>
  <p:clrMapOvr>
    <a:masterClrMapping/>
  </p:clrMapOvr>
  <p:transition spd="med">
    <p:push dir="u"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title"/>
          </p:nvPr>
        </p:nvSpPr>
        <p:spPr>
          <a:solidFill>
            <a:srgbClr val="7030A0"/>
          </a:solidFill>
        </p:spPr>
        <p:txBody>
          <a:bodyPr/>
          <a:lstStyle/>
          <a:p>
            <a:r>
              <a:rPr lang="zh-CN" altLang="en-US" dirty="0"/>
              <a:t>人的周期</a:t>
            </a:r>
          </a:p>
        </p:txBody>
      </p:sp>
      <p:sp>
        <p:nvSpPr>
          <p:cNvPr id="5" name="内容占位符 4"/>
          <p:cNvSpPr>
            <a:spLocks noGrp="1"/>
          </p:cNvSpPr>
          <p:nvPr>
            <p:ph idx="1"/>
          </p:nvPr>
        </p:nvSpPr>
        <p:spPr>
          <a:xfrm>
            <a:off x="653071" y="1447800"/>
            <a:ext cx="10995590" cy="4873487"/>
          </a:xfrm>
        </p:spPr>
        <p:txBody>
          <a:bodyPr>
            <a:normAutofit/>
          </a:bodyPr>
          <a:lstStyle/>
          <a:p>
            <a:r>
              <a:rPr lang="zh-CN" altLang="zh-CN" sz="2800" dirty="0">
                <a:effectLst/>
              </a:rPr>
              <a:t>人有体力、情商、智商的高峰日子，它们分别每隔 </a:t>
            </a:r>
            <a:r>
              <a:rPr lang="en-US" altLang="zh-CN" sz="2800" dirty="0">
                <a:solidFill>
                  <a:srgbClr val="FF0000"/>
                </a:solidFill>
              </a:rPr>
              <a:t>23</a:t>
            </a:r>
            <a:r>
              <a:rPr lang="zh-CN" altLang="zh-CN" sz="2800" dirty="0"/>
              <a:t>天、</a:t>
            </a:r>
            <a:r>
              <a:rPr lang="en-US" altLang="zh-CN" sz="2800" dirty="0">
                <a:solidFill>
                  <a:srgbClr val="FF0000"/>
                </a:solidFill>
              </a:rPr>
              <a:t>28</a:t>
            </a:r>
            <a:r>
              <a:rPr lang="zh-CN" altLang="zh-CN" sz="2800" dirty="0"/>
              <a:t>天和</a:t>
            </a:r>
            <a:r>
              <a:rPr lang="en-US" altLang="zh-CN" sz="2800" dirty="0">
                <a:solidFill>
                  <a:srgbClr val="FF0000"/>
                </a:solidFill>
              </a:rPr>
              <a:t>33</a:t>
            </a:r>
            <a:r>
              <a:rPr lang="zh-CN" altLang="zh-CN" sz="2800" dirty="0"/>
              <a:t>天</a:t>
            </a:r>
            <a:r>
              <a:rPr lang="zh-CN" altLang="zh-CN" sz="2800" dirty="0">
                <a:effectLst/>
              </a:rPr>
              <a:t>出现一次。对于每个人，我们想知道从某一日起算，还要经过多少天，人的三个高峰恰好落在同一天。给定三个高峰出现的日子</a:t>
            </a:r>
            <a:r>
              <a:rPr lang="en-US" altLang="zh-CN" sz="2800" dirty="0" err="1">
                <a:effectLst/>
              </a:rPr>
              <a:t>p,e</a:t>
            </a:r>
            <a:r>
              <a:rPr lang="zh-CN" altLang="zh-CN" sz="2800" dirty="0">
                <a:effectLst/>
              </a:rPr>
              <a:t>和</a:t>
            </a:r>
            <a:r>
              <a:rPr lang="en-US" altLang="zh-CN" sz="2800" dirty="0" err="1">
                <a:effectLst/>
              </a:rPr>
              <a:t>i</a:t>
            </a:r>
            <a:r>
              <a:rPr lang="zh-CN" altLang="zh-CN" sz="2800" dirty="0">
                <a:effectLst/>
              </a:rPr>
              <a:t>（不一定是第一次高峰出现的日子）</a:t>
            </a:r>
            <a:r>
              <a:rPr lang="en-US" altLang="zh-CN" sz="2800" dirty="0">
                <a:effectLst/>
              </a:rPr>
              <a:t>,</a:t>
            </a:r>
            <a:r>
              <a:rPr lang="zh-CN" altLang="zh-CN" sz="2800" dirty="0">
                <a:effectLst/>
              </a:rPr>
              <a:t>再给定另一个起始日子</a:t>
            </a:r>
            <a:r>
              <a:rPr lang="en-US" altLang="zh-CN" sz="2800" dirty="0">
                <a:effectLst/>
              </a:rPr>
              <a:t>d</a:t>
            </a:r>
            <a:r>
              <a:rPr lang="zh-CN" altLang="zh-CN" sz="2800" dirty="0">
                <a:effectLst/>
              </a:rPr>
              <a:t>，你的任务是输出从日子</a:t>
            </a:r>
            <a:r>
              <a:rPr lang="en-US" altLang="zh-CN" sz="2800" dirty="0">
                <a:effectLst/>
              </a:rPr>
              <a:t>d</a:t>
            </a:r>
            <a:r>
              <a:rPr lang="zh-CN" altLang="zh-CN" sz="2800" dirty="0">
                <a:effectLst/>
              </a:rPr>
              <a:t>到下一个三高峰日的间隔天数。</a:t>
            </a:r>
          </a:p>
          <a:p>
            <a:r>
              <a:rPr lang="zh-CN" altLang="en-US" sz="2800" dirty="0"/>
              <a:t>注意：若</a:t>
            </a:r>
            <a:r>
              <a:rPr lang="zh-CN" altLang="zh-CN" sz="2800" dirty="0"/>
              <a:t>给定日子</a:t>
            </a:r>
            <a:r>
              <a:rPr lang="en-US" altLang="zh-CN" sz="2800" dirty="0"/>
              <a:t>d</a:t>
            </a:r>
            <a:r>
              <a:rPr lang="zh-CN" altLang="zh-CN" sz="2800" dirty="0"/>
              <a:t>为</a:t>
            </a:r>
            <a:r>
              <a:rPr lang="en-US" altLang="zh-CN" sz="2800" dirty="0"/>
              <a:t>10</a:t>
            </a:r>
            <a:r>
              <a:rPr lang="zh-CN" altLang="zh-CN" sz="2800" dirty="0"/>
              <a:t>，</a:t>
            </a:r>
            <a:r>
              <a:rPr lang="zh-CN" altLang="en-US" sz="2800" dirty="0"/>
              <a:t>假设算出</a:t>
            </a:r>
            <a:r>
              <a:rPr lang="zh-CN" altLang="zh-CN" sz="2800" dirty="0"/>
              <a:t>下次出现</a:t>
            </a:r>
            <a:r>
              <a:rPr lang="zh-CN" altLang="en-US" sz="2800" dirty="0"/>
              <a:t>的</a:t>
            </a:r>
            <a:r>
              <a:rPr lang="zh-CN" altLang="zh-CN" sz="2800" dirty="0"/>
              <a:t>三高峰日子是</a:t>
            </a:r>
            <a:r>
              <a:rPr lang="en-US" altLang="zh-CN" sz="2800" dirty="0"/>
              <a:t>12</a:t>
            </a:r>
            <a:r>
              <a:rPr lang="zh-CN" altLang="zh-CN" sz="2800" dirty="0"/>
              <a:t>，则输出</a:t>
            </a:r>
            <a:r>
              <a:rPr lang="en-US" altLang="zh-CN" sz="2800" dirty="0"/>
              <a:t>2</a:t>
            </a:r>
            <a:r>
              <a:rPr lang="zh-CN" altLang="zh-CN" sz="2800" dirty="0"/>
              <a:t>。</a:t>
            </a:r>
          </a:p>
        </p:txBody>
      </p:sp>
    </p:spTree>
    <p:extLst>
      <p:ext uri="{BB962C8B-B14F-4D97-AF65-F5344CB8AC3E}">
        <p14:creationId xmlns:p14="http://schemas.microsoft.com/office/powerpoint/2010/main" val="3221217336"/>
      </p:ext>
    </p:extLst>
  </p:cSld>
  <p:clrMapOvr>
    <a:masterClrMapping/>
  </p:clrMapOvr>
  <p:transition spd="med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>
                                            <p:bg/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>
                                            <p:bg/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人的周期</a:t>
            </a:r>
          </a:p>
        </p:txBody>
      </p:sp>
      <p:pic>
        <p:nvPicPr>
          <p:cNvPr id="6" name="内容占位符 5">
            <a:extLst>
              <a:ext uri="{FF2B5EF4-FFF2-40B4-BE49-F238E27FC236}">
                <a16:creationId xmlns:a16="http://schemas.microsoft.com/office/drawing/2014/main" xmlns="" id="{ADA7CCAE-4189-4091-899B-21A059F98D5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44018" y="1681638"/>
            <a:ext cx="11703963" cy="42467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5141551"/>
      </p:ext>
    </p:extLst>
  </p:cSld>
  <p:clrMapOvr>
    <a:masterClrMapping/>
  </p:clrMapOvr>
  <p:transition spd="med">
    <p:push dir="u"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/>
          <p:cNvPicPr>
            <a:picLocks noChangeAspect="1"/>
          </p:cNvPicPr>
          <p:nvPr/>
        </p:nvPicPr>
        <p:blipFill rotWithShape="1">
          <a:blip r:embed="rId2"/>
          <a:srcRect r="62578"/>
          <a:stretch/>
        </p:blipFill>
        <p:spPr>
          <a:xfrm>
            <a:off x="306536" y="1062319"/>
            <a:ext cx="2889201" cy="5597512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34331" y="1044632"/>
            <a:ext cx="8447227" cy="5615199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4400" dirty="0">
                <a:solidFill>
                  <a:schemeClr val="tx1"/>
                </a:solidFill>
              </a:rPr>
              <a:t>p</a:t>
            </a:r>
            <a:r>
              <a:rPr lang="zh-CN" altLang="zh-CN" sz="4400" dirty="0">
                <a:solidFill>
                  <a:schemeClr val="tx1"/>
                </a:solidFill>
              </a:rPr>
              <a:t>每隔 </a:t>
            </a:r>
            <a:r>
              <a:rPr lang="en-US" altLang="zh-CN" sz="44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23</a:t>
            </a:r>
            <a:r>
              <a:rPr lang="zh-CN" altLang="zh-CN" sz="4400" dirty="0">
                <a:solidFill>
                  <a:schemeClr val="tx1"/>
                </a:solidFill>
              </a:rPr>
              <a:t>天、</a:t>
            </a:r>
            <a:r>
              <a:rPr lang="en-US" altLang="zh-CN" sz="4400" dirty="0">
                <a:solidFill>
                  <a:schemeClr val="tx1"/>
                </a:solidFill>
              </a:rPr>
              <a:t>e</a:t>
            </a:r>
            <a:r>
              <a:rPr lang="en-US" altLang="zh-CN" sz="44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28</a:t>
            </a:r>
            <a:r>
              <a:rPr lang="zh-CN" altLang="zh-CN" sz="4400" dirty="0">
                <a:solidFill>
                  <a:schemeClr val="tx1"/>
                </a:solidFill>
              </a:rPr>
              <a:t>天</a:t>
            </a:r>
            <a:r>
              <a:rPr lang="en-US" altLang="zh-CN" sz="4400" dirty="0">
                <a:solidFill>
                  <a:schemeClr val="tx1"/>
                </a:solidFill>
              </a:rPr>
              <a:t> </a:t>
            </a:r>
            <a:r>
              <a:rPr lang="zh-CN" altLang="zh-CN" sz="4400" dirty="0">
                <a:solidFill>
                  <a:schemeClr val="tx1"/>
                </a:solidFill>
              </a:rPr>
              <a:t>和</a:t>
            </a:r>
            <a:r>
              <a:rPr lang="en-US" altLang="zh-CN" sz="4400" dirty="0">
                <a:solidFill>
                  <a:schemeClr val="tx1"/>
                </a:solidFill>
              </a:rPr>
              <a:t> </a:t>
            </a:r>
            <a:r>
              <a:rPr lang="en-US" altLang="zh-CN" sz="4400" dirty="0" err="1">
                <a:solidFill>
                  <a:schemeClr val="tx1"/>
                </a:solidFill>
              </a:rPr>
              <a:t>i</a:t>
            </a:r>
            <a:r>
              <a:rPr lang="zh-CN" altLang="en-US" sz="4400" dirty="0">
                <a:solidFill>
                  <a:schemeClr val="tx1"/>
                </a:solidFill>
              </a:rPr>
              <a:t> </a:t>
            </a:r>
            <a:r>
              <a:rPr lang="en-US" altLang="zh-CN" sz="44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33</a:t>
            </a:r>
            <a:r>
              <a:rPr lang="zh-CN" altLang="zh-CN" sz="4400" dirty="0">
                <a:solidFill>
                  <a:schemeClr val="tx1"/>
                </a:solidFill>
              </a:rPr>
              <a:t>天</a:t>
            </a:r>
            <a:endParaRPr lang="zh-CN" alt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42315556"/>
      </p:ext>
    </p:extLst>
  </p:cSld>
  <p:clrMapOvr>
    <a:masterClrMapping/>
  </p:clrMapOvr>
  <p:transition spd="med">
    <p:push dir="u"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solidFill>
            <a:srgbClr val="00B0F0"/>
          </a:solidFill>
        </p:spPr>
        <p:txBody>
          <a:bodyPr/>
          <a:lstStyle/>
          <a:p>
            <a:r>
              <a:rPr lang="zh-CN" altLang="en-US" dirty="0"/>
              <a:t>解题思路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05098" y="1285705"/>
            <a:ext cx="10470541" cy="4890370"/>
          </a:xfrm>
        </p:spPr>
        <p:txBody>
          <a:bodyPr>
            <a:normAutofit/>
          </a:bodyPr>
          <a:lstStyle/>
          <a:p>
            <a:r>
              <a:rPr lang="zh-CN" altLang="zh-CN" dirty="0"/>
              <a:t>找不到数学公式……</a:t>
            </a:r>
            <a:r>
              <a:rPr lang="zh-CN" altLang="en-US" dirty="0"/>
              <a:t>除了知道</a:t>
            </a:r>
            <a:r>
              <a:rPr lang="en-US" altLang="zh-CN" dirty="0">
                <a:effectLst/>
              </a:rPr>
              <a:t>23*28*33=21252</a:t>
            </a:r>
            <a:r>
              <a:rPr lang="zh-CN" altLang="zh-CN" dirty="0">
                <a:effectLst/>
              </a:rPr>
              <a:t>天</a:t>
            </a:r>
            <a:endParaRPr lang="zh-CN" altLang="zh-CN" dirty="0"/>
          </a:p>
          <a:p>
            <a:r>
              <a:rPr lang="zh-CN" altLang="zh-CN" dirty="0"/>
              <a:t>枚举：</a:t>
            </a:r>
            <a:r>
              <a:rPr lang="zh-CN" altLang="en-US" dirty="0"/>
              <a:t>从</a:t>
            </a:r>
            <a:r>
              <a:rPr lang="en-US" altLang="zh-CN" spc="-5" dirty="0"/>
              <a:t>d+1</a:t>
            </a:r>
            <a:r>
              <a:rPr lang="zh-CN" altLang="en-US" dirty="0"/>
              <a:t>天开始，一直试到</a:t>
            </a:r>
            <a:r>
              <a:rPr lang="zh-CN" altLang="en-US" spc="5" dirty="0"/>
              <a:t>第</a:t>
            </a:r>
            <a:r>
              <a:rPr lang="en-US" altLang="zh-CN" spc="-5" dirty="0"/>
              <a:t>21252</a:t>
            </a:r>
            <a:r>
              <a:rPr lang="zh-CN" altLang="en-US" spc="-35" dirty="0"/>
              <a:t> </a:t>
            </a:r>
            <a:r>
              <a:rPr lang="zh-CN" altLang="en-US" dirty="0"/>
              <a:t>天，</a:t>
            </a:r>
            <a:r>
              <a:rPr lang="en-US" altLang="zh-CN" dirty="0"/>
              <a:t/>
            </a:r>
            <a:br>
              <a:rPr lang="en-US" altLang="zh-CN" dirty="0"/>
            </a:br>
            <a:r>
              <a:rPr lang="zh-CN" altLang="en-US" dirty="0"/>
              <a:t>看每一天</a:t>
            </a:r>
            <a:r>
              <a:rPr lang="en-US" altLang="zh-CN" dirty="0"/>
              <a:t>k</a:t>
            </a:r>
            <a:r>
              <a:rPr lang="zh-CN" altLang="en-US" dirty="0"/>
              <a:t>是否满足如下条件：</a:t>
            </a:r>
            <a:endParaRPr lang="en-US" altLang="zh-CN" dirty="0"/>
          </a:p>
          <a:p>
            <a:pPr marL="0" indent="0">
              <a:buNone/>
            </a:pPr>
            <a:r>
              <a:rPr lang="en-US" altLang="zh-CN" b="1" spc="-5" dirty="0">
                <a:solidFill>
                  <a:srgbClr val="FF0000"/>
                </a:solidFill>
                <a:latin typeface="Courier New"/>
                <a:cs typeface="Courier New"/>
              </a:rPr>
              <a:t>(k-p)%23==0 &amp;&amp; (k-e)%28==0 &amp;&amp; (k-</a:t>
            </a:r>
            <a:r>
              <a:rPr lang="en-US" altLang="zh-CN" b="1" spc="-5" dirty="0" err="1">
                <a:solidFill>
                  <a:srgbClr val="FF0000"/>
                </a:solidFill>
                <a:latin typeface="Courier New"/>
                <a:cs typeface="Courier New"/>
              </a:rPr>
              <a:t>i</a:t>
            </a:r>
            <a:r>
              <a:rPr lang="en-US" altLang="zh-CN" b="1" spc="-5" dirty="0">
                <a:solidFill>
                  <a:srgbClr val="FF0000"/>
                </a:solidFill>
                <a:latin typeface="Courier New"/>
                <a:cs typeface="Courier New"/>
              </a:rPr>
              <a:t>)%33==0</a:t>
            </a:r>
          </a:p>
          <a:p>
            <a:pPr marL="0" lvl="0" indent="0">
              <a:buNone/>
            </a:pPr>
            <a:endParaRPr lang="en-US" altLang="zh-CN" dirty="0"/>
          </a:p>
        </p:txBody>
      </p:sp>
      <p:pic>
        <p:nvPicPr>
          <p:cNvPr id="1026" name="Picture 2" descr="C:\Users\apple\AppData\Local\Temp\qqpyimg1581665094.pn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09704" y="1444731"/>
            <a:ext cx="558593" cy="5585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43260610"/>
      </p:ext>
    </p:extLst>
  </p:cSld>
  <p:clrMapOvr>
    <a:masterClrMapping/>
  </p:clrMapOvr>
  <p:transition spd="med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0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0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内容占位符 6"/>
          <p:cNvSpPr>
            <a:spLocks noGrp="1"/>
          </p:cNvSpPr>
          <p:nvPr>
            <p:ph idx="1"/>
          </p:nvPr>
        </p:nvSpPr>
        <p:spPr>
          <a:xfrm>
            <a:off x="0" y="0"/>
            <a:ext cx="12192000" cy="6858000"/>
          </a:xfrm>
        </p:spPr>
        <p:txBody>
          <a:bodyPr/>
          <a:lstStyle/>
          <a:p>
            <a:pPr marL="0" indent="0">
              <a:buNone/>
            </a:pPr>
            <a:r>
              <a:rPr lang="en-US" altLang="zh-CN" dirty="0"/>
              <a:t> </a:t>
            </a:r>
            <a:endParaRPr lang="zh-CN" altLang="en-US" dirty="0"/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16640"/>
            <a:ext cx="12192408" cy="5624720"/>
          </a:xfrm>
          <a:prstGeom prst="rect">
            <a:avLst/>
          </a:prstGeom>
        </p:spPr>
      </p:pic>
      <p:sp>
        <p:nvSpPr>
          <p:cNvPr id="2" name="矩形: 圆角 1">
            <a:extLst>
              <a:ext uri="{FF2B5EF4-FFF2-40B4-BE49-F238E27FC236}">
                <a16:creationId xmlns:a16="http://schemas.microsoft.com/office/drawing/2014/main" xmlns="" id="{162EAB8B-38AB-4883-8850-64E2B0DC3298}"/>
              </a:ext>
            </a:extLst>
          </p:cNvPr>
          <p:cNvSpPr/>
          <p:nvPr/>
        </p:nvSpPr>
        <p:spPr>
          <a:xfrm>
            <a:off x="502920" y="3794760"/>
            <a:ext cx="11490960" cy="1828800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xmlns="" id="{4A9FE777-429C-4D11-9903-7BFC66EBA0D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0587" y="3854718"/>
            <a:ext cx="10798493" cy="1768842"/>
          </a:xfrm>
          <a:prstGeom prst="rect">
            <a:avLst/>
          </a:prstGeom>
        </p:spPr>
      </p:pic>
      <p:sp>
        <p:nvSpPr>
          <p:cNvPr id="6" name="标题 1">
            <a:extLst>
              <a:ext uri="{FF2B5EF4-FFF2-40B4-BE49-F238E27FC236}">
                <a16:creationId xmlns:a16="http://schemas.microsoft.com/office/drawing/2014/main" xmlns="" id="{ED14863A-93DD-4C3D-8C82-8E98232B08F2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12192000" cy="616640"/>
          </a:xfrm>
          <a:prstGeom prst="rect">
            <a:avLst/>
          </a:prstGeom>
          <a:solidFill>
            <a:srgbClr val="0070C0"/>
          </a:solidFill>
        </p:spPr>
        <p:txBody>
          <a:bodyPr/>
          <a:lstStyle>
            <a:lvl1pPr algn="l" defTabSz="457200" rtl="0" eaLnBrk="1" latinLnBrk="0" hangingPunct="1">
              <a:spcBef>
                <a:spcPct val="0"/>
              </a:spcBef>
              <a:buNone/>
              <a:defRPr lang="zh-CN" sz="4200" b="0" kern="1200">
                <a:solidFill>
                  <a:schemeClr val="tx2"/>
                </a:solidFill>
                <a:latin typeface="+mj-lt"/>
                <a:ea typeface="Microsoft YaHei UI" panose="020B0503020204020204" pitchFamily="34" charset="-122"/>
                <a:cs typeface="+mj-cs"/>
              </a:defRPr>
            </a:lvl1pPr>
            <a:lvl2pPr eaLnBrk="1" latinLnBrk="0" hangingPunct="1">
              <a:defRPr lang="zh-CN">
                <a:solidFill>
                  <a:schemeClr val="tx2"/>
                </a:solidFill>
              </a:defRPr>
            </a:lvl2pPr>
            <a:lvl3pPr eaLnBrk="1" latinLnBrk="0" hangingPunct="1">
              <a:defRPr lang="zh-CN">
                <a:solidFill>
                  <a:schemeClr val="tx2"/>
                </a:solidFill>
              </a:defRPr>
            </a:lvl3pPr>
            <a:lvl4pPr eaLnBrk="1" latinLnBrk="0" hangingPunct="1">
              <a:defRPr lang="zh-CN">
                <a:solidFill>
                  <a:schemeClr val="tx2"/>
                </a:solidFill>
              </a:defRPr>
            </a:lvl4pPr>
            <a:lvl5pPr eaLnBrk="1" latinLnBrk="0" hangingPunct="1">
              <a:defRPr lang="zh-CN">
                <a:solidFill>
                  <a:schemeClr val="tx2"/>
                </a:solidFill>
              </a:defRPr>
            </a:lvl5pPr>
            <a:lvl6pPr eaLnBrk="1" latinLnBrk="0" hangingPunct="1">
              <a:defRPr lang="zh-CN">
                <a:solidFill>
                  <a:schemeClr val="tx2"/>
                </a:solidFill>
              </a:defRPr>
            </a:lvl6pPr>
            <a:lvl7pPr eaLnBrk="1" latinLnBrk="0" hangingPunct="1">
              <a:defRPr lang="zh-CN">
                <a:solidFill>
                  <a:schemeClr val="tx2"/>
                </a:solidFill>
              </a:defRPr>
            </a:lvl7pPr>
            <a:lvl8pPr eaLnBrk="1" latinLnBrk="0" hangingPunct="1">
              <a:defRPr lang="zh-CN">
                <a:solidFill>
                  <a:schemeClr val="tx2"/>
                </a:solidFill>
              </a:defRPr>
            </a:lvl8pPr>
            <a:lvl9pPr eaLnBrk="1" latinLnBrk="0" hangingPunct="1">
              <a:defRPr lang="zh-CN">
                <a:solidFill>
                  <a:schemeClr val="tx2"/>
                </a:solidFill>
              </a:defRPr>
            </a:lvl9pPr>
          </a:lstStyle>
          <a:p>
            <a:pPr algn="ctr"/>
            <a:r>
              <a:rPr lang="zh-CN" altLang="en-US" sz="3600" dirty="0"/>
              <a:t>参考代码</a:t>
            </a:r>
          </a:p>
        </p:txBody>
      </p:sp>
    </p:spTree>
    <p:extLst>
      <p:ext uri="{BB962C8B-B14F-4D97-AF65-F5344CB8AC3E}">
        <p14:creationId xmlns:p14="http://schemas.microsoft.com/office/powerpoint/2010/main" val="4163320217"/>
      </p:ext>
    </p:extLst>
  </p:cSld>
  <p:clrMapOvr>
    <a:masterClrMapping/>
  </p:clrMapOvr>
  <p:transition spd="med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内容占位符 4">
            <a:extLst>
              <a:ext uri="{FF2B5EF4-FFF2-40B4-BE49-F238E27FC236}">
                <a16:creationId xmlns:a16="http://schemas.microsoft.com/office/drawing/2014/main" xmlns="" id="{FCFD813F-4760-46A7-BD78-7477C148CB9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45130" y="1346200"/>
            <a:ext cx="9404722" cy="5196856"/>
          </a:xfrm>
          <a:prstGeom prst="rect">
            <a:avLst/>
          </a:prstGeom>
        </p:spPr>
      </p:pic>
      <p:sp>
        <p:nvSpPr>
          <p:cNvPr id="6" name="标题 1">
            <a:extLst>
              <a:ext uri="{FF2B5EF4-FFF2-40B4-BE49-F238E27FC236}">
                <a16:creationId xmlns:a16="http://schemas.microsoft.com/office/drawing/2014/main" xmlns="" id="{B7CFC55C-34B4-4A49-B477-D8DB9DF869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5130" y="237770"/>
            <a:ext cx="9404723" cy="824549"/>
          </a:xfrm>
          <a:solidFill>
            <a:srgbClr val="00B050"/>
          </a:solidFill>
        </p:spPr>
        <p:txBody>
          <a:bodyPr/>
          <a:lstStyle/>
          <a:p>
            <a:pPr algn="ctr"/>
            <a:r>
              <a:rPr lang="en-US" altLang="zh-CN" dirty="0" err="1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ACcepted</a:t>
            </a:r>
            <a:r>
              <a:rPr lang="zh-CN" altLang="en-US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！</a:t>
            </a:r>
          </a:p>
        </p:txBody>
      </p:sp>
    </p:spTree>
    <p:extLst>
      <p:ext uri="{BB962C8B-B14F-4D97-AF65-F5344CB8AC3E}">
        <p14:creationId xmlns:p14="http://schemas.microsoft.com/office/powerpoint/2010/main" val="3891608458"/>
      </p:ext>
    </p:extLst>
  </p:cSld>
  <p:clrMapOvr>
    <a:masterClrMapping/>
  </p:clrMapOvr>
  <p:transition spd="med">
    <p:push dir="u"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solidFill>
            <a:srgbClr val="0070C0"/>
          </a:solidFill>
        </p:spPr>
        <p:txBody>
          <a:bodyPr/>
          <a:lstStyle/>
          <a:p>
            <a:r>
              <a:rPr lang="zh-CN" altLang="en-US" sz="4400" b="1" spc="-5" dirty="0">
                <a:latin typeface="Courier New"/>
                <a:cs typeface="Courier New"/>
              </a:rPr>
              <a:t>如何优化代码？跳着试！</a:t>
            </a:r>
            <a:r>
              <a:rPr lang="en-US" altLang="zh-CN" sz="4400" b="1" spc="-5" dirty="0">
                <a:latin typeface="Courier New"/>
                <a:cs typeface="Courier New"/>
              </a:rPr>
              <a:t/>
            </a:r>
            <a:br>
              <a:rPr lang="en-US" altLang="zh-CN" sz="4400" b="1" spc="-5" dirty="0">
                <a:latin typeface="Courier New"/>
                <a:cs typeface="Courier New"/>
              </a:rPr>
            </a:b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1041400" indent="-457200">
              <a:lnSpc>
                <a:spcPct val="100000"/>
              </a:lnSpc>
              <a:spcBef>
                <a:spcPts val="385"/>
              </a:spcBef>
            </a:pPr>
            <a:r>
              <a:rPr lang="zh-CN" altLang="en-US" dirty="0"/>
              <a:t>利用三高峰日符合的条件设计搜索的步长，</a:t>
            </a:r>
            <a:endParaRPr lang="en-US" altLang="zh-CN" dirty="0"/>
          </a:p>
          <a:p>
            <a:pPr marL="1041400" indent="-457200">
              <a:lnSpc>
                <a:spcPct val="100000"/>
              </a:lnSpc>
              <a:spcBef>
                <a:spcPts val="385"/>
              </a:spcBef>
            </a:pPr>
            <a:r>
              <a:rPr lang="zh-CN" altLang="en-US" dirty="0"/>
              <a:t>用空循环跳过不必要的测试日。</a:t>
            </a:r>
          </a:p>
          <a:p>
            <a:pPr marL="584200" indent="0">
              <a:lnSpc>
                <a:spcPct val="100000"/>
              </a:lnSpc>
              <a:spcBef>
                <a:spcPts val="385"/>
              </a:spcBef>
              <a:buNone/>
            </a:pPr>
            <a:endParaRPr lang="nn-NO" altLang="zh-CN" b="1" spc="-5" dirty="0">
              <a:solidFill>
                <a:srgbClr val="252525"/>
              </a:solidFill>
              <a:latin typeface="Courier New"/>
              <a:cs typeface="Courier New"/>
            </a:endParaRPr>
          </a:p>
          <a:p>
            <a:pPr marL="584200" indent="0">
              <a:lnSpc>
                <a:spcPct val="100000"/>
              </a:lnSpc>
              <a:spcBef>
                <a:spcPts val="385"/>
              </a:spcBef>
              <a:buNone/>
            </a:pPr>
            <a:r>
              <a:rPr lang="nn-NO" altLang="zh-CN" b="1" spc="-5" dirty="0">
                <a:solidFill>
                  <a:srgbClr val="252525"/>
                </a:solidFill>
                <a:latin typeface="Courier New"/>
                <a:cs typeface="Courier New"/>
              </a:rPr>
              <a:t>int k;</a:t>
            </a:r>
            <a:endParaRPr lang="nn-NO" altLang="zh-CN" dirty="0">
              <a:latin typeface="Courier New"/>
              <a:cs typeface="Courier New"/>
            </a:endParaRPr>
          </a:p>
          <a:p>
            <a:pPr marL="584200" indent="0">
              <a:lnSpc>
                <a:spcPct val="100000"/>
              </a:lnSpc>
              <a:spcBef>
                <a:spcPts val="390"/>
              </a:spcBef>
              <a:buNone/>
            </a:pPr>
            <a:r>
              <a:rPr lang="nn-NO" altLang="zh-CN" b="1" spc="-5" dirty="0">
                <a:solidFill>
                  <a:srgbClr val="252525"/>
                </a:solidFill>
                <a:latin typeface="Courier New"/>
                <a:cs typeface="Courier New"/>
              </a:rPr>
              <a:t>for(k = d+1; (k-p)%23;</a:t>
            </a:r>
            <a:r>
              <a:rPr lang="nn-NO" altLang="zh-CN" b="1" spc="30" dirty="0">
                <a:solidFill>
                  <a:srgbClr val="252525"/>
                </a:solidFill>
                <a:latin typeface="Courier New"/>
                <a:cs typeface="Courier New"/>
              </a:rPr>
              <a:t> </a:t>
            </a:r>
            <a:r>
              <a:rPr lang="nn-NO" altLang="zh-CN" b="1" spc="-5" dirty="0">
                <a:solidFill>
                  <a:srgbClr val="252525"/>
                </a:solidFill>
                <a:latin typeface="Courier New"/>
                <a:cs typeface="Courier New"/>
              </a:rPr>
              <a:t>++k)</a:t>
            </a:r>
            <a:r>
              <a:rPr lang="nn-NO" altLang="zh-CN" b="1" spc="-5" dirty="0">
                <a:solidFill>
                  <a:srgbClr val="FF0000"/>
                </a:solidFill>
                <a:latin typeface="Courier New"/>
                <a:cs typeface="Courier New"/>
              </a:rPr>
              <a:t>;</a:t>
            </a:r>
            <a:endParaRPr lang="nn-NO" altLang="zh-CN" dirty="0">
              <a:solidFill>
                <a:srgbClr val="FF0000"/>
              </a:solidFill>
              <a:latin typeface="Courier New"/>
              <a:cs typeface="Courier New"/>
            </a:endParaRPr>
          </a:p>
          <a:p>
            <a:pPr marL="584200" indent="0">
              <a:lnSpc>
                <a:spcPct val="100000"/>
              </a:lnSpc>
              <a:spcBef>
                <a:spcPts val="380"/>
              </a:spcBef>
              <a:buNone/>
            </a:pPr>
            <a:r>
              <a:rPr lang="nn-NO" altLang="zh-CN" b="1" spc="-5" dirty="0">
                <a:solidFill>
                  <a:srgbClr val="252525"/>
                </a:solidFill>
                <a:latin typeface="Courier New"/>
                <a:cs typeface="Courier New"/>
              </a:rPr>
              <a:t>for(; (k-e)%28; </a:t>
            </a:r>
            <a:r>
              <a:rPr lang="nn-NO" altLang="zh-CN" b="1" spc="-5" dirty="0">
                <a:solidFill>
                  <a:srgbClr val="FF0000"/>
                </a:solidFill>
                <a:latin typeface="Courier New"/>
                <a:cs typeface="Courier New"/>
              </a:rPr>
              <a:t>k+=</a:t>
            </a:r>
            <a:r>
              <a:rPr lang="nn-NO" altLang="zh-CN" b="1" spc="20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lang="nn-NO" altLang="zh-CN" b="1" spc="-5" dirty="0">
                <a:solidFill>
                  <a:srgbClr val="FF0000"/>
                </a:solidFill>
                <a:latin typeface="Courier New"/>
                <a:cs typeface="Courier New"/>
              </a:rPr>
              <a:t>23</a:t>
            </a:r>
            <a:r>
              <a:rPr lang="nn-NO" altLang="zh-CN" b="1" spc="-5" dirty="0">
                <a:solidFill>
                  <a:srgbClr val="252525"/>
                </a:solidFill>
                <a:latin typeface="Courier New"/>
                <a:cs typeface="Courier New"/>
              </a:rPr>
              <a:t>)</a:t>
            </a:r>
            <a:r>
              <a:rPr lang="nn-NO" altLang="zh-CN" b="1" spc="-5" dirty="0">
                <a:solidFill>
                  <a:srgbClr val="FF0000"/>
                </a:solidFill>
                <a:latin typeface="Courier New"/>
                <a:cs typeface="Courier New"/>
              </a:rPr>
              <a:t>;</a:t>
            </a:r>
            <a:endParaRPr lang="nn-NO" altLang="zh-CN" dirty="0">
              <a:solidFill>
                <a:srgbClr val="FF0000"/>
              </a:solidFill>
              <a:latin typeface="Courier New"/>
              <a:cs typeface="Courier New"/>
            </a:endParaRPr>
          </a:p>
          <a:p>
            <a:pPr marL="584200" indent="0">
              <a:lnSpc>
                <a:spcPct val="100000"/>
              </a:lnSpc>
              <a:spcBef>
                <a:spcPts val="385"/>
              </a:spcBef>
              <a:buNone/>
            </a:pPr>
            <a:r>
              <a:rPr lang="nn-NO" altLang="zh-CN" b="1" spc="-5" dirty="0">
                <a:solidFill>
                  <a:srgbClr val="252525"/>
                </a:solidFill>
                <a:latin typeface="Courier New"/>
                <a:cs typeface="Courier New"/>
              </a:rPr>
              <a:t>for(; </a:t>
            </a:r>
            <a:r>
              <a:rPr lang="nn-NO" altLang="zh-CN" b="1" dirty="0">
                <a:solidFill>
                  <a:srgbClr val="252525"/>
                </a:solidFill>
                <a:latin typeface="Courier New"/>
                <a:cs typeface="Courier New"/>
              </a:rPr>
              <a:t>(k-i)%33; </a:t>
            </a:r>
            <a:r>
              <a:rPr lang="nn-NO" altLang="zh-CN" b="1" spc="-5" dirty="0">
                <a:solidFill>
                  <a:srgbClr val="FF0000"/>
                </a:solidFill>
                <a:latin typeface="Courier New"/>
                <a:cs typeface="Courier New"/>
              </a:rPr>
              <a:t>k+=</a:t>
            </a:r>
            <a:r>
              <a:rPr lang="nn-NO" altLang="zh-CN" b="1" spc="10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lang="nn-NO" altLang="zh-CN" b="1" spc="-5" dirty="0">
                <a:solidFill>
                  <a:srgbClr val="FF0000"/>
                </a:solidFill>
                <a:latin typeface="Courier New"/>
                <a:cs typeface="Courier New"/>
              </a:rPr>
              <a:t>23*28</a:t>
            </a:r>
            <a:r>
              <a:rPr lang="nn-NO" altLang="zh-CN" b="1" spc="-5" dirty="0">
                <a:solidFill>
                  <a:srgbClr val="252525"/>
                </a:solidFill>
                <a:latin typeface="Courier New"/>
                <a:cs typeface="Courier New"/>
              </a:rPr>
              <a:t>)</a:t>
            </a:r>
            <a:r>
              <a:rPr lang="nn-NO" altLang="zh-CN" b="1" spc="-5" dirty="0">
                <a:solidFill>
                  <a:srgbClr val="FF0000"/>
                </a:solidFill>
                <a:latin typeface="Courier New"/>
                <a:cs typeface="Courier New"/>
              </a:rPr>
              <a:t>;</a:t>
            </a:r>
          </a:p>
          <a:p>
            <a:pPr marL="584200" indent="0">
              <a:lnSpc>
                <a:spcPct val="100000"/>
              </a:lnSpc>
              <a:spcBef>
                <a:spcPts val="385"/>
              </a:spcBef>
              <a:buNone/>
            </a:pPr>
            <a:endParaRPr lang="nn-NO" altLang="zh-CN" b="1" spc="-5" dirty="0">
              <a:solidFill>
                <a:srgbClr val="252525"/>
              </a:solidFill>
              <a:latin typeface="Courier New"/>
              <a:cs typeface="Courier New"/>
            </a:endParaRPr>
          </a:p>
        </p:txBody>
      </p:sp>
    </p:spTree>
    <p:extLst>
      <p:ext uri="{BB962C8B-B14F-4D97-AF65-F5344CB8AC3E}">
        <p14:creationId xmlns:p14="http://schemas.microsoft.com/office/powerpoint/2010/main" val="268705155"/>
      </p:ext>
    </p:extLst>
  </p:cSld>
  <p:clrMapOvr>
    <a:masterClrMapping/>
  </p:clrMapOvr>
  <p:transition spd="med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152" y="631880"/>
            <a:ext cx="12033695" cy="5951800"/>
          </a:xfrm>
          <a:prstGeom prst="rect">
            <a:avLst/>
          </a:prstGeom>
        </p:spPr>
      </p:pic>
      <p:sp>
        <p:nvSpPr>
          <p:cNvPr id="6" name="标题 1">
            <a:extLst>
              <a:ext uri="{FF2B5EF4-FFF2-40B4-BE49-F238E27FC236}">
                <a16:creationId xmlns:a16="http://schemas.microsoft.com/office/drawing/2014/main" xmlns="" id="{8E2BA376-1154-45C7-9BA0-981F37EF1776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12192000" cy="616640"/>
          </a:xfrm>
          <a:prstGeom prst="rect">
            <a:avLst/>
          </a:prstGeom>
          <a:solidFill>
            <a:srgbClr val="0070C0"/>
          </a:solidFill>
        </p:spPr>
        <p:txBody>
          <a:bodyPr/>
          <a:lstStyle>
            <a:lvl1pPr algn="l" defTabSz="457200" rtl="0" eaLnBrk="1" latinLnBrk="0" hangingPunct="1">
              <a:spcBef>
                <a:spcPct val="0"/>
              </a:spcBef>
              <a:buNone/>
              <a:defRPr lang="zh-CN" sz="4200" b="0" kern="1200">
                <a:solidFill>
                  <a:schemeClr val="tx2"/>
                </a:solidFill>
                <a:latin typeface="+mj-lt"/>
                <a:ea typeface="Microsoft YaHei UI" panose="020B0503020204020204" pitchFamily="34" charset="-122"/>
                <a:cs typeface="+mj-cs"/>
              </a:defRPr>
            </a:lvl1pPr>
            <a:lvl2pPr eaLnBrk="1" latinLnBrk="0" hangingPunct="1">
              <a:defRPr lang="zh-CN">
                <a:solidFill>
                  <a:schemeClr val="tx2"/>
                </a:solidFill>
              </a:defRPr>
            </a:lvl2pPr>
            <a:lvl3pPr eaLnBrk="1" latinLnBrk="0" hangingPunct="1">
              <a:defRPr lang="zh-CN">
                <a:solidFill>
                  <a:schemeClr val="tx2"/>
                </a:solidFill>
              </a:defRPr>
            </a:lvl3pPr>
            <a:lvl4pPr eaLnBrk="1" latinLnBrk="0" hangingPunct="1">
              <a:defRPr lang="zh-CN">
                <a:solidFill>
                  <a:schemeClr val="tx2"/>
                </a:solidFill>
              </a:defRPr>
            </a:lvl4pPr>
            <a:lvl5pPr eaLnBrk="1" latinLnBrk="0" hangingPunct="1">
              <a:defRPr lang="zh-CN">
                <a:solidFill>
                  <a:schemeClr val="tx2"/>
                </a:solidFill>
              </a:defRPr>
            </a:lvl5pPr>
            <a:lvl6pPr eaLnBrk="1" latinLnBrk="0" hangingPunct="1">
              <a:defRPr lang="zh-CN">
                <a:solidFill>
                  <a:schemeClr val="tx2"/>
                </a:solidFill>
              </a:defRPr>
            </a:lvl6pPr>
            <a:lvl7pPr eaLnBrk="1" latinLnBrk="0" hangingPunct="1">
              <a:defRPr lang="zh-CN">
                <a:solidFill>
                  <a:schemeClr val="tx2"/>
                </a:solidFill>
              </a:defRPr>
            </a:lvl7pPr>
            <a:lvl8pPr eaLnBrk="1" latinLnBrk="0" hangingPunct="1">
              <a:defRPr lang="zh-CN">
                <a:solidFill>
                  <a:schemeClr val="tx2"/>
                </a:solidFill>
              </a:defRPr>
            </a:lvl8pPr>
            <a:lvl9pPr eaLnBrk="1" latinLnBrk="0" hangingPunct="1">
              <a:defRPr lang="zh-CN">
                <a:solidFill>
                  <a:schemeClr val="tx2"/>
                </a:solidFill>
              </a:defRPr>
            </a:lvl9pPr>
          </a:lstStyle>
          <a:p>
            <a:pPr algn="ctr"/>
            <a:r>
              <a:rPr lang="zh-CN" altLang="en-US" sz="3600" dirty="0"/>
              <a:t>参考代码</a:t>
            </a:r>
          </a:p>
        </p:txBody>
      </p:sp>
      <p:sp>
        <p:nvSpPr>
          <p:cNvPr id="7" name="矩形: 圆角 6">
            <a:extLst>
              <a:ext uri="{FF2B5EF4-FFF2-40B4-BE49-F238E27FC236}">
                <a16:creationId xmlns:a16="http://schemas.microsoft.com/office/drawing/2014/main" xmlns="" id="{CD383B87-A7D6-486B-B012-6C91D1004556}"/>
              </a:ext>
            </a:extLst>
          </p:cNvPr>
          <p:cNvSpPr/>
          <p:nvPr/>
        </p:nvSpPr>
        <p:spPr>
          <a:xfrm>
            <a:off x="914400" y="3429000"/>
            <a:ext cx="11018520" cy="1661160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xmlns="" id="{6F92A45B-6C5D-4420-8F9B-CDD9BD4CBFE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4737" y="3487420"/>
            <a:ext cx="10202863" cy="15025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9107521"/>
      </p:ext>
    </p:extLst>
  </p:cSld>
  <p:clrMapOvr>
    <a:masterClrMapping/>
  </p:clrMapOvr>
  <p:transition spd="med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内容占位符 3">
            <a:extLst>
              <a:ext uri="{FF2B5EF4-FFF2-40B4-BE49-F238E27FC236}">
                <a16:creationId xmlns:a16="http://schemas.microsoft.com/office/drawing/2014/main" xmlns="" id="{A512E610-7401-4F85-BDC2-1E0D6B3FF81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96925" y="1439685"/>
            <a:ext cx="9503639" cy="5223230"/>
          </a:xfrm>
          <a:prstGeom prst="rect">
            <a:avLst/>
          </a:prstGeom>
        </p:spPr>
      </p:pic>
      <p:sp>
        <p:nvSpPr>
          <p:cNvPr id="5" name="标题 1">
            <a:extLst>
              <a:ext uri="{FF2B5EF4-FFF2-40B4-BE49-F238E27FC236}">
                <a16:creationId xmlns:a16="http://schemas.microsoft.com/office/drawing/2014/main" xmlns="" id="{C4DB6776-117A-442E-BA73-08ABF3636C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4525" y="238125"/>
            <a:ext cx="9405938" cy="823913"/>
          </a:xfrm>
          <a:solidFill>
            <a:srgbClr val="00B050"/>
          </a:solidFill>
        </p:spPr>
        <p:txBody>
          <a:bodyPr/>
          <a:lstStyle/>
          <a:p>
            <a:pPr algn="ctr"/>
            <a:r>
              <a:rPr lang="en-US" altLang="zh-CN" dirty="0" err="1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ACcepted</a:t>
            </a:r>
            <a:r>
              <a:rPr lang="zh-CN" altLang="en-US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！</a:t>
            </a:r>
          </a:p>
        </p:txBody>
      </p:sp>
      <p:sp>
        <p:nvSpPr>
          <p:cNvPr id="6" name="椭圆 5">
            <a:extLst>
              <a:ext uri="{FF2B5EF4-FFF2-40B4-BE49-F238E27FC236}">
                <a16:creationId xmlns:a16="http://schemas.microsoft.com/office/drawing/2014/main" xmlns="" id="{E20707D1-64C4-44BC-99CC-AC2E1925BF55}"/>
              </a:ext>
            </a:extLst>
          </p:cNvPr>
          <p:cNvSpPr/>
          <p:nvPr/>
        </p:nvSpPr>
        <p:spPr>
          <a:xfrm>
            <a:off x="7848600" y="3429000"/>
            <a:ext cx="685800" cy="1244600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对话气泡: 矩形 6">
            <a:extLst>
              <a:ext uri="{FF2B5EF4-FFF2-40B4-BE49-F238E27FC236}">
                <a16:creationId xmlns:a16="http://schemas.microsoft.com/office/drawing/2014/main" xmlns="" id="{A32133C7-6E66-4E6F-B6FD-F2BF563563B1}"/>
              </a:ext>
            </a:extLst>
          </p:cNvPr>
          <p:cNvSpPr/>
          <p:nvPr/>
        </p:nvSpPr>
        <p:spPr>
          <a:xfrm>
            <a:off x="7642949" y="2122577"/>
            <a:ext cx="2407514" cy="1117600"/>
          </a:xfrm>
          <a:prstGeom prst="wedgeRectCallou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800" dirty="0">
                <a:solidFill>
                  <a:srgbClr val="FF0000"/>
                </a:solidFill>
              </a:rPr>
              <a:t>提速</a:t>
            </a:r>
            <a:r>
              <a:rPr lang="en-US" altLang="zh-CN" sz="2800" dirty="0">
                <a:solidFill>
                  <a:srgbClr val="FF0000"/>
                </a:solidFill>
              </a:rPr>
              <a:t>1or2ms</a:t>
            </a:r>
            <a:r>
              <a:rPr lang="zh-CN" altLang="en-US" sz="2800" dirty="0">
                <a:solidFill>
                  <a:srgbClr val="FF0000"/>
                </a:solidFill>
              </a:rPr>
              <a:t>！</a:t>
            </a:r>
          </a:p>
        </p:txBody>
      </p:sp>
    </p:spTree>
    <p:extLst>
      <p:ext uri="{BB962C8B-B14F-4D97-AF65-F5344CB8AC3E}">
        <p14:creationId xmlns:p14="http://schemas.microsoft.com/office/powerpoint/2010/main" val="2203915409"/>
      </p:ext>
    </p:extLst>
  </p:cSld>
  <p:clrMapOvr>
    <a:masterClrMapping/>
  </p:clrMapOvr>
  <p:transition spd="med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title"/>
          </p:nvPr>
        </p:nvSpPr>
        <p:spPr>
          <a:xfrm>
            <a:off x="1028189" y="5254188"/>
            <a:ext cx="9582952" cy="1186892"/>
          </a:xfrm>
          <a:solidFill>
            <a:schemeClr val="accent4">
              <a:lumMod val="75000"/>
            </a:schemeClr>
          </a:solidFill>
        </p:spPr>
        <p:txBody>
          <a:bodyPr/>
          <a:lstStyle/>
          <a:p>
            <a:pPr lvl="0" algn="ctr"/>
            <a:r>
              <a:rPr lang="zh-CN" altLang="en-US" sz="7200" dirty="0"/>
              <a:t>例题</a:t>
            </a:r>
            <a:r>
              <a:rPr lang="en-US" altLang="zh-CN" sz="7200" dirty="0">
                <a:latin typeface="Microsoft YaHei UI" panose="020B0503020204020204" pitchFamily="34" charset="-122"/>
              </a:rPr>
              <a:t>4</a:t>
            </a:r>
            <a:r>
              <a:rPr lang="zh-CN" altLang="en-US" sz="7200" dirty="0">
                <a:latin typeface="Microsoft YaHei UI" panose="020B0503020204020204" pitchFamily="34" charset="-122"/>
              </a:rPr>
              <a:t>：假币问题</a:t>
            </a:r>
            <a:endParaRPr lang="zh-CN" altLang="zh-CN" sz="7200" dirty="0">
              <a:latin typeface="Microsoft YaHei UI" panose="020B0503020204020204" pitchFamily="34" charset="-122"/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xmlns="" id="{D2D0A087-4FFD-4C97-8CEB-9607F52953A4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722" b="8200"/>
          <a:stretch/>
        </p:blipFill>
        <p:spPr>
          <a:xfrm>
            <a:off x="1395289" y="171875"/>
            <a:ext cx="8528380" cy="49095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1717364"/>
      </p:ext>
    </p:extLst>
  </p:cSld>
  <p:clrMapOvr>
    <a:masterClrMapping/>
  </p:clrMapOvr>
  <p:transition spd="med">
    <p:push dir="u"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假币问题</a:t>
            </a:r>
          </a:p>
        </p:txBody>
      </p:sp>
      <p:sp>
        <p:nvSpPr>
          <p:cNvPr id="5" name="内容占位符 4"/>
          <p:cNvSpPr>
            <a:spLocks noGrp="1"/>
          </p:cNvSpPr>
          <p:nvPr>
            <p:ph idx="1"/>
          </p:nvPr>
        </p:nvSpPr>
        <p:spPr>
          <a:xfrm>
            <a:off x="498474" y="1310211"/>
            <a:ext cx="9750425" cy="4976289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zh-CN" altLang="en-US" sz="2400" dirty="0">
                <a:effectLst/>
              </a:rPr>
              <a:t>林克有</a:t>
            </a:r>
            <a:r>
              <a:rPr lang="en-US" altLang="zh-CN" sz="2400" dirty="0">
                <a:solidFill>
                  <a:srgbClr val="FF0000"/>
                </a:solidFill>
                <a:effectLst/>
                <a:highlight>
                  <a:srgbClr val="FFFF00"/>
                </a:highlight>
              </a:rPr>
              <a:t>12</a:t>
            </a:r>
            <a:r>
              <a:rPr lang="zh-CN" altLang="en-US" sz="2400" dirty="0">
                <a:solidFill>
                  <a:srgbClr val="FF0000"/>
                </a:solidFill>
                <a:effectLst/>
                <a:highlight>
                  <a:srgbClr val="FFFF00"/>
                </a:highlight>
              </a:rPr>
              <a:t>枚</a:t>
            </a:r>
            <a:r>
              <a:rPr lang="zh-CN" altLang="en-US" sz="2400" dirty="0">
                <a:effectLst/>
              </a:rPr>
              <a:t>银币。其中有</a:t>
            </a:r>
            <a:r>
              <a:rPr lang="en-US" altLang="zh-CN" sz="2400" dirty="0">
                <a:effectLst/>
              </a:rPr>
              <a:t>11</a:t>
            </a:r>
            <a:r>
              <a:rPr lang="zh-CN" altLang="en-US" sz="2400" dirty="0">
                <a:effectLst/>
              </a:rPr>
              <a:t>枚真币和</a:t>
            </a:r>
            <a:r>
              <a:rPr lang="en-US" altLang="zh-CN" sz="2400" dirty="0">
                <a:solidFill>
                  <a:srgbClr val="FF0000"/>
                </a:solidFill>
                <a:highlight>
                  <a:srgbClr val="FFFF00"/>
                </a:highlight>
              </a:rPr>
              <a:t>1</a:t>
            </a:r>
            <a:r>
              <a:rPr lang="zh-CN" altLang="en-US" sz="2400" dirty="0">
                <a:solidFill>
                  <a:srgbClr val="FF0000"/>
                </a:solidFill>
                <a:highlight>
                  <a:srgbClr val="FFFF00"/>
                </a:highlight>
              </a:rPr>
              <a:t>枚</a:t>
            </a:r>
            <a:r>
              <a:rPr lang="zh-CN" altLang="en-US" sz="2400" dirty="0">
                <a:solidFill>
                  <a:srgbClr val="FF0000"/>
                </a:solidFill>
              </a:rPr>
              <a:t>假币</a:t>
            </a:r>
            <a:r>
              <a:rPr lang="zh-CN" altLang="en-US" sz="2400" dirty="0">
                <a:effectLst/>
              </a:rPr>
              <a:t>。假币看起来和真币没有区别，但是</a:t>
            </a:r>
            <a:r>
              <a:rPr lang="zh-CN" altLang="en-US" sz="2400" dirty="0">
                <a:solidFill>
                  <a:srgbClr val="FF0000"/>
                </a:solidFill>
                <a:effectLst/>
                <a:highlight>
                  <a:srgbClr val="FFFF00"/>
                </a:highlight>
              </a:rPr>
              <a:t>重量不同</a:t>
            </a:r>
            <a:r>
              <a:rPr lang="zh-CN" altLang="en-US" sz="2400" dirty="0">
                <a:effectLst/>
              </a:rPr>
              <a:t>。但林克不知道假币比真币轻还是重。</a:t>
            </a:r>
            <a:endParaRPr lang="en-US" altLang="zh-CN" sz="2400" dirty="0">
              <a:effectLst/>
            </a:endParaRPr>
          </a:p>
          <a:p>
            <a:pPr marL="0" indent="0">
              <a:buNone/>
            </a:pPr>
            <a:r>
              <a:rPr lang="zh-CN" altLang="en-US" sz="2400" dirty="0">
                <a:effectLst/>
              </a:rPr>
              <a:t>于是他向他朋友约珥借了一架天平，用这架天平称了这些币三次，然后聪明的林克</a:t>
            </a:r>
            <a:r>
              <a:rPr lang="zh-CN" altLang="en-US" sz="2400" dirty="0">
                <a:solidFill>
                  <a:srgbClr val="FF0000"/>
                </a:solidFill>
                <a:effectLst/>
                <a:highlight>
                  <a:srgbClr val="FFFF00"/>
                </a:highlight>
              </a:rPr>
              <a:t>根据这三次称量结果找出假币</a:t>
            </a:r>
            <a:r>
              <a:rPr lang="zh-CN" altLang="en-US" sz="2400" dirty="0">
                <a:effectLst/>
              </a:rPr>
              <a:t>，并且能够确定假币是轻是重。如果给你林克的称量结果，你也可以找出假币并且确定假币是轻是重吗？</a:t>
            </a:r>
            <a:r>
              <a:rPr lang="zh-CN" altLang="en-US" sz="2400" dirty="0">
                <a:solidFill>
                  <a:srgbClr val="FF0000"/>
                </a:solidFill>
                <a:effectLst/>
              </a:rPr>
              <a:t>（数据保证一定能找出来）</a:t>
            </a:r>
            <a:r>
              <a:rPr lang="zh-CN" altLang="en-US" sz="2400" dirty="0">
                <a:effectLst/>
              </a:rPr>
              <a:t>。</a:t>
            </a:r>
          </a:p>
        </p:txBody>
      </p:sp>
    </p:spTree>
    <p:extLst>
      <p:ext uri="{BB962C8B-B14F-4D97-AF65-F5344CB8AC3E}">
        <p14:creationId xmlns:p14="http://schemas.microsoft.com/office/powerpoint/2010/main" val="4207183912"/>
      </p:ext>
    </p:extLst>
  </p:cSld>
  <p:clrMapOvr>
    <a:masterClrMapping/>
  </p:clrMapOvr>
  <p:transition spd="med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>
                                            <p:bg/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>
                                            <p:bg/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>
            <a:extLst>
              <a:ext uri="{FF2B5EF4-FFF2-40B4-BE49-F238E27FC236}">
                <a16:creationId xmlns:a16="http://schemas.microsoft.com/office/drawing/2014/main" xmlns="" id="{D798187A-3B2A-4298-99E5-804223848839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34482"/>
          <a:stretch/>
        </p:blipFill>
        <p:spPr>
          <a:xfrm>
            <a:off x="190500" y="254000"/>
            <a:ext cx="3613426" cy="1770046"/>
          </a:xfrm>
          <a:prstGeom prst="rect">
            <a:avLst/>
          </a:prstGeom>
        </p:spPr>
      </p:pic>
      <p:pic>
        <p:nvPicPr>
          <p:cNvPr id="7" name="内容占位符 6">
            <a:extLst>
              <a:ext uri="{FF2B5EF4-FFF2-40B4-BE49-F238E27FC236}">
                <a16:creationId xmlns:a16="http://schemas.microsoft.com/office/drawing/2014/main" xmlns="" id="{DFD244EC-39FA-423C-8E2C-691AE3B8BFD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190500" y="2133600"/>
            <a:ext cx="10289628" cy="4470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102276"/>
      </p:ext>
    </p:extLst>
  </p:cSld>
  <p:clrMapOvr>
    <a:masterClrMapping/>
  </p:clrMapOvr>
  <p:transition spd="med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5775" y="1485900"/>
            <a:ext cx="10634918" cy="3670300"/>
          </a:xfrm>
          <a:prstGeom prst="rect">
            <a:avLst/>
          </a:prstGeom>
        </p:spPr>
      </p:pic>
      <p:sp>
        <p:nvSpPr>
          <p:cNvPr id="3" name="标题 2">
            <a:extLst>
              <a:ext uri="{FF2B5EF4-FFF2-40B4-BE49-F238E27FC236}">
                <a16:creationId xmlns:a16="http://schemas.microsoft.com/office/drawing/2014/main" xmlns="" id="{8CA6D11E-F7E5-49A6-81F4-BA2054CAB4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重要：天平左右的硬币数总是相等的</a:t>
            </a:r>
          </a:p>
        </p:txBody>
      </p:sp>
    </p:spTree>
    <p:extLst>
      <p:ext uri="{BB962C8B-B14F-4D97-AF65-F5344CB8AC3E}">
        <p14:creationId xmlns:p14="http://schemas.microsoft.com/office/powerpoint/2010/main" val="3527664899"/>
      </p:ext>
    </p:extLst>
  </p:cSld>
  <p:clrMapOvr>
    <a:masterClrMapping/>
  </p:clrMapOvr>
  <p:transition spd="med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xmlns="" id="{F10AD124-1F89-4D99-A401-59A41462DB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3071" y="294249"/>
            <a:ext cx="9404723" cy="824549"/>
          </a:xfrm>
        </p:spPr>
        <p:txBody>
          <a:bodyPr/>
          <a:lstStyle/>
          <a:p>
            <a:r>
              <a:rPr lang="zh-CN" altLang="en-US" dirty="0"/>
              <a:t>分析</a:t>
            </a:r>
            <a:r>
              <a:rPr lang="en-US" altLang="zh-CN" dirty="0"/>
              <a:t>: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xmlns="" id="{0759B033-5412-4476-B0AE-F386E279E94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3071" y="2040276"/>
            <a:ext cx="10935955" cy="4297894"/>
          </a:xfrm>
        </p:spPr>
        <p:txBody>
          <a:bodyPr>
            <a:normAutofit lnSpcReduction="10000"/>
          </a:bodyPr>
          <a:lstStyle/>
          <a:p>
            <a:r>
              <a:rPr lang="zh-CN" altLang="en-US" dirty="0"/>
              <a:t>如何存储</a:t>
            </a:r>
            <a:r>
              <a:rPr lang="en-US" altLang="zh-CN" dirty="0"/>
              <a:t>3</a:t>
            </a:r>
            <a:r>
              <a:rPr lang="zh-CN" altLang="en-US" dirty="0"/>
              <a:t>次测量结果的数据（</a:t>
            </a:r>
            <a:r>
              <a:rPr lang="en-US" altLang="zh-CN" dirty="0"/>
              <a:t>3</a:t>
            </a:r>
            <a:r>
              <a:rPr lang="zh-CN" altLang="en-US" dirty="0"/>
              <a:t>行字符串，每行</a:t>
            </a:r>
            <a:r>
              <a:rPr lang="en-US" altLang="zh-CN" dirty="0"/>
              <a:t>3</a:t>
            </a:r>
            <a:r>
              <a:rPr lang="zh-CN" altLang="en-US" dirty="0"/>
              <a:t>串字符</a:t>
            </a:r>
            <a:r>
              <a:rPr lang="en-US" altLang="zh-CN" dirty="0"/>
              <a:t>)</a:t>
            </a:r>
          </a:p>
          <a:p>
            <a:r>
              <a:rPr lang="en-US" altLang="zh-CN" dirty="0"/>
              <a:t>even</a:t>
            </a:r>
            <a:r>
              <a:rPr lang="zh-CN" altLang="en-US" dirty="0"/>
              <a:t>那行字符串左右两边包含的所有字符都是真币</a:t>
            </a:r>
            <a:endParaRPr lang="en-US" altLang="zh-CN" dirty="0"/>
          </a:p>
          <a:p>
            <a:r>
              <a:rPr lang="zh-CN" altLang="en-US" dirty="0"/>
              <a:t>如果假币是轻的，那一定出现在</a:t>
            </a:r>
            <a:r>
              <a:rPr lang="en-US" altLang="zh-CN" dirty="0"/>
              <a:t>UP</a:t>
            </a:r>
            <a:r>
              <a:rPr lang="zh-CN" altLang="en-US" dirty="0"/>
              <a:t>的那端</a:t>
            </a:r>
            <a:endParaRPr lang="en-US" altLang="zh-CN" dirty="0"/>
          </a:p>
          <a:p>
            <a:r>
              <a:rPr lang="zh-CN" altLang="en-US" dirty="0"/>
              <a:t>如果假币是重的，那一定出现在</a:t>
            </a:r>
            <a:r>
              <a:rPr lang="en-US" altLang="zh-CN" dirty="0"/>
              <a:t>DOWN</a:t>
            </a:r>
            <a:r>
              <a:rPr lang="zh-CN" altLang="en-US" dirty="0"/>
              <a:t>的那端</a:t>
            </a:r>
            <a:endParaRPr lang="en-US" altLang="zh-CN" dirty="0"/>
          </a:p>
          <a:p>
            <a:r>
              <a:rPr lang="zh-CN" altLang="en-US" dirty="0"/>
              <a:t>枚举所有银币，测试两种情况：轻 重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xmlns="" id="{2C61FBC2-61BE-45A1-805E-942278F04814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34482"/>
          <a:stretch/>
        </p:blipFill>
        <p:spPr>
          <a:xfrm>
            <a:off x="3281698" y="116336"/>
            <a:ext cx="3613426" cy="17700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7022598"/>
      </p:ext>
    </p:extLst>
  </p:cSld>
  <p:clrMapOvr>
    <a:masterClrMapping/>
  </p:clrMapOvr>
  <p:transition spd="med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1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1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solidFill>
            <a:srgbClr val="7030A0"/>
          </a:solidFill>
        </p:spPr>
        <p:txBody>
          <a:bodyPr/>
          <a:lstStyle/>
          <a:p>
            <a:r>
              <a:rPr lang="zh-CN" altLang="en-US" dirty="0"/>
              <a:t>数据结构设计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99071" y="1447800"/>
            <a:ext cx="11526229" cy="4890370"/>
          </a:xfrm>
        </p:spPr>
        <p:txBody>
          <a:bodyPr/>
          <a:lstStyle/>
          <a:p>
            <a:pPr marL="1041400" indent="-457200">
              <a:lnSpc>
                <a:spcPct val="100000"/>
              </a:lnSpc>
              <a:spcBef>
                <a:spcPts val="385"/>
              </a:spcBef>
            </a:pPr>
            <a:r>
              <a:rPr lang="en-US" altLang="zh-CN" spc="-5" dirty="0">
                <a:solidFill>
                  <a:srgbClr val="252525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Courier New"/>
              </a:rPr>
              <a:t>3</a:t>
            </a:r>
            <a:r>
              <a:rPr lang="zh-CN" altLang="en-US" spc="-5" dirty="0">
                <a:solidFill>
                  <a:srgbClr val="252525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Courier New"/>
              </a:rPr>
              <a:t>组天平数据，采用</a:t>
            </a:r>
            <a:r>
              <a:rPr lang="en-US" altLang="zh-CN" spc="-5" dirty="0">
                <a:solidFill>
                  <a:srgbClr val="252525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Courier New"/>
              </a:rPr>
              <a:t>string</a:t>
            </a:r>
            <a:r>
              <a:rPr lang="zh-CN" altLang="en-US" spc="-5" dirty="0">
                <a:solidFill>
                  <a:srgbClr val="252525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Courier New"/>
              </a:rPr>
              <a:t>数组存储即可</a:t>
            </a:r>
            <a:endParaRPr lang="en-US" altLang="zh-CN" spc="-5" dirty="0">
              <a:solidFill>
                <a:srgbClr val="252525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Courier New"/>
            </a:endParaRPr>
          </a:p>
          <a:p>
            <a:pPr marL="1041400" indent="-457200">
              <a:lnSpc>
                <a:spcPct val="100000"/>
              </a:lnSpc>
              <a:spcBef>
                <a:spcPts val="385"/>
              </a:spcBef>
            </a:pPr>
            <a:r>
              <a:rPr lang="zh-CN" altLang="en-US" spc="-5" dirty="0">
                <a:solidFill>
                  <a:srgbClr val="252525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Courier New"/>
              </a:rPr>
              <a:t>天平数据的数据读入</a:t>
            </a:r>
            <a:endParaRPr lang="en-US" altLang="zh-CN" b="1" spc="-5" dirty="0">
              <a:solidFill>
                <a:srgbClr val="252525"/>
              </a:solidFill>
              <a:latin typeface="Courier New"/>
              <a:cs typeface="Courier New"/>
            </a:endParaRPr>
          </a:p>
          <a:p>
            <a:pPr marL="1041400" indent="-457200">
              <a:lnSpc>
                <a:spcPct val="100000"/>
              </a:lnSpc>
              <a:spcBef>
                <a:spcPts val="385"/>
              </a:spcBef>
            </a:pPr>
            <a:endParaRPr lang="nn-NO" altLang="zh-CN" b="1" spc="-5" dirty="0">
              <a:solidFill>
                <a:srgbClr val="252525"/>
              </a:solidFill>
              <a:latin typeface="Courier New"/>
              <a:cs typeface="Courier New"/>
            </a:endParaRP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xmlns="" id="{8A2C24D4-2D56-4ED6-9888-D6A41C27602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9071" y="2812386"/>
            <a:ext cx="4067691" cy="2058498"/>
          </a:xfrm>
          <a:prstGeom prst="rect">
            <a:avLst/>
          </a:prstGeom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xmlns="" id="{A5D2B4BE-D386-4196-83E0-C05915AD331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42098" y="2812386"/>
            <a:ext cx="7283202" cy="29175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4025490"/>
      </p:ext>
    </p:extLst>
  </p:cSld>
  <p:clrMapOvr>
    <a:masterClrMapping/>
  </p:clrMapOvr>
  <p:transition spd="med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solidFill>
            <a:srgbClr val="7030A0"/>
          </a:solidFill>
        </p:spPr>
        <p:txBody>
          <a:bodyPr/>
          <a:lstStyle/>
          <a:p>
            <a:r>
              <a:rPr lang="zh-CN" altLang="en-US" dirty="0"/>
              <a:t>算法设计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05098" y="1285705"/>
            <a:ext cx="10470541" cy="4890370"/>
          </a:xfrm>
        </p:spPr>
        <p:txBody>
          <a:bodyPr>
            <a:normAutofit/>
          </a:bodyPr>
          <a:lstStyle/>
          <a:p>
            <a:r>
              <a:rPr lang="zh-CN" altLang="en-US" dirty="0"/>
              <a:t>没有数学公式，所以需要把每一枚钱币都试过一遍，看看是否符合</a:t>
            </a:r>
            <a:r>
              <a:rPr lang="en-US" altLang="zh-CN" dirty="0"/>
              <a:t>3</a:t>
            </a:r>
            <a:r>
              <a:rPr lang="zh-CN" altLang="en-US" dirty="0"/>
              <a:t>组数据的测量结果。</a:t>
            </a:r>
            <a:endParaRPr lang="en-US" altLang="zh-CN" dirty="0"/>
          </a:p>
          <a:p>
            <a:r>
              <a:rPr lang="zh-CN" altLang="zh-CN" dirty="0"/>
              <a:t>枚举</a:t>
            </a:r>
            <a:r>
              <a:rPr lang="zh-CN" altLang="en-US" dirty="0"/>
              <a:t>范围</a:t>
            </a:r>
            <a:r>
              <a:rPr lang="zh-CN" altLang="zh-CN" dirty="0"/>
              <a:t>：</a:t>
            </a:r>
            <a:r>
              <a:rPr lang="zh-CN" altLang="en-US" dirty="0"/>
              <a:t>假定</a:t>
            </a:r>
            <a:r>
              <a:rPr lang="en-US" altLang="zh-CN" dirty="0" err="1"/>
              <a:t>iCoin</a:t>
            </a:r>
            <a:r>
              <a:rPr lang="zh-CN" altLang="en-US" dirty="0"/>
              <a:t>是假币 </a:t>
            </a:r>
            <a:r>
              <a:rPr lang="en-US" altLang="zh-CN" dirty="0"/>
              <a:t>A&lt;=</a:t>
            </a:r>
            <a:r>
              <a:rPr lang="en-US" altLang="zh-CN" dirty="0" err="1"/>
              <a:t>iCoin</a:t>
            </a:r>
            <a:r>
              <a:rPr lang="en-US" altLang="zh-CN" dirty="0"/>
              <a:t>&lt;=L</a:t>
            </a:r>
          </a:p>
          <a:p>
            <a:r>
              <a:rPr lang="zh-CN" altLang="en-US" dirty="0"/>
              <a:t>测试条件：假定</a:t>
            </a:r>
            <a:r>
              <a:rPr lang="en-US" altLang="zh-CN" dirty="0" err="1"/>
              <a:t>iCoin</a:t>
            </a:r>
            <a:r>
              <a:rPr lang="zh-CN" altLang="en-US" dirty="0"/>
              <a:t>比较轻，若</a:t>
            </a:r>
            <a:r>
              <a:rPr lang="en-US" altLang="zh-CN" dirty="0"/>
              <a:t>3</a:t>
            </a:r>
            <a:r>
              <a:rPr lang="zh-CN" altLang="en-US" dirty="0"/>
              <a:t>组数据都测试通过，问题解决；否则假定</a:t>
            </a:r>
            <a:r>
              <a:rPr lang="en-US" altLang="zh-CN" dirty="0" err="1"/>
              <a:t>iCoin</a:t>
            </a:r>
            <a:r>
              <a:rPr lang="zh-CN" altLang="en-US" dirty="0"/>
              <a:t>比较重，重复</a:t>
            </a:r>
            <a:r>
              <a:rPr lang="en-US" altLang="zh-CN" dirty="0"/>
              <a:t>3</a:t>
            </a:r>
            <a:r>
              <a:rPr lang="zh-CN" altLang="en-US" dirty="0"/>
              <a:t>组测试，输出结果。</a:t>
            </a:r>
            <a:endParaRPr lang="en-US" altLang="zh-CN" dirty="0"/>
          </a:p>
        </p:txBody>
      </p:sp>
      <p:pic>
        <p:nvPicPr>
          <p:cNvPr id="1026" name="Picture 2" descr="C:\Users\apple\AppData\Local\Temp\qqpyimg1581665094.pn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48056" y="2232131"/>
            <a:ext cx="558593" cy="5585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53512888"/>
      </p:ext>
    </p:extLst>
  </p:cSld>
  <p:clrMapOvr>
    <a:masterClrMapping/>
  </p:clrMapOvr>
  <p:transition spd="med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0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0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solidFill>
            <a:srgbClr val="7030A0"/>
          </a:solidFill>
        </p:spPr>
        <p:txBody>
          <a:bodyPr/>
          <a:lstStyle/>
          <a:p>
            <a:r>
              <a:rPr lang="zh-CN" altLang="en-US" dirty="0"/>
              <a:t>参考代码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xmlns="" id="{08EF95BB-704D-4CB9-95CD-F8D87E84178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5012" y="1198562"/>
            <a:ext cx="9844088" cy="52986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4504574"/>
      </p:ext>
    </p:extLst>
  </p:cSld>
  <p:clrMapOvr>
    <a:masterClrMapping/>
  </p:clrMapOvr>
  <p:transition spd="med">
    <p:push dir="u"/>
  </p:transition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solidFill>
            <a:srgbClr val="7030A0"/>
          </a:solidFill>
        </p:spPr>
        <p:txBody>
          <a:bodyPr/>
          <a:lstStyle/>
          <a:p>
            <a:r>
              <a:rPr lang="en-US" altLang="zh-CN" dirty="0" err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isFeitCoin</a:t>
            </a:r>
            <a:r>
              <a:rPr lang="zh-CN" altLang="en-US" dirty="0">
                <a:solidFill>
                  <a:schemeClr val="tx1"/>
                </a:solidFill>
              </a:rPr>
              <a:t> 函数</a:t>
            </a:r>
          </a:p>
        </p:txBody>
      </p:sp>
      <p:pic>
        <p:nvPicPr>
          <p:cNvPr id="6" name="内容占位符 5">
            <a:extLst>
              <a:ext uri="{FF2B5EF4-FFF2-40B4-BE49-F238E27FC236}">
                <a16:creationId xmlns:a16="http://schemas.microsoft.com/office/drawing/2014/main" xmlns="" id="{1E90B456-A1E0-4E3D-AE20-2BCA03A3825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46100" y="1172765"/>
            <a:ext cx="9612769" cy="45124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9106756"/>
      </p:ext>
    </p:extLst>
  </p:cSld>
  <p:clrMapOvr>
    <a:masterClrMapping/>
  </p:clrMapOvr>
  <p:transition spd="med">
    <p:push dir="u"/>
  </p:transition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5130" y="237770"/>
            <a:ext cx="9404723" cy="1057630"/>
          </a:xfrm>
          <a:solidFill>
            <a:srgbClr val="7030A0"/>
          </a:solidFill>
        </p:spPr>
        <p:txBody>
          <a:bodyPr/>
          <a:lstStyle/>
          <a:p>
            <a:r>
              <a:rPr lang="zh-CN" altLang="en-US" sz="3200" dirty="0"/>
              <a:t>使用</a:t>
            </a:r>
            <a:r>
              <a:rPr lang="en-US" altLang="zh-CN" sz="3200" dirty="0"/>
              <a:t>string</a:t>
            </a:r>
            <a:r>
              <a:rPr lang="zh-CN" altLang="en-US" sz="3200" dirty="0"/>
              <a:t>的</a:t>
            </a:r>
            <a:r>
              <a:rPr lang="en-US" altLang="zh-CN" sz="3200" dirty="0"/>
              <a:t>find</a:t>
            </a:r>
            <a:r>
              <a:rPr lang="zh-CN" altLang="en-US" sz="3200" dirty="0"/>
              <a:t>函数判断字符串是否包含</a:t>
            </a:r>
            <a:r>
              <a:rPr lang="en-US" altLang="zh-CN" sz="3200" dirty="0" err="1"/>
              <a:t>iCoin</a:t>
            </a:r>
            <a:r>
              <a:rPr lang="en-US" altLang="zh-CN" sz="3200" dirty="0"/>
              <a:t/>
            </a:r>
            <a:br>
              <a:rPr lang="en-US" altLang="zh-CN" sz="3200" dirty="0"/>
            </a:br>
            <a:r>
              <a:rPr lang="en-US" altLang="zh-CN" sz="3200" dirty="0"/>
              <a:t>string::</a:t>
            </a:r>
            <a:r>
              <a:rPr lang="en-US" altLang="zh-CN" sz="3200" dirty="0" err="1"/>
              <a:t>npos</a:t>
            </a:r>
            <a:r>
              <a:rPr lang="zh-CN" altLang="en-US" sz="3200" dirty="0"/>
              <a:t>表示没找到</a:t>
            </a:r>
            <a:endParaRPr lang="zh-CN" altLang="en-US" sz="3600" dirty="0"/>
          </a:p>
        </p:txBody>
      </p:sp>
      <p:pic>
        <p:nvPicPr>
          <p:cNvPr id="5" name="内容占位符 4">
            <a:extLst>
              <a:ext uri="{FF2B5EF4-FFF2-40B4-BE49-F238E27FC236}">
                <a16:creationId xmlns:a16="http://schemas.microsoft.com/office/drawing/2014/main" xmlns="" id="{D85D0BE3-9369-4056-A723-40A07513620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45130" y="1328493"/>
            <a:ext cx="9718070" cy="52917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9595116"/>
      </p:ext>
    </p:extLst>
  </p:cSld>
  <p:clrMapOvr>
    <a:masterClrMapping/>
  </p:clrMapOvr>
  <p:transition spd="med">
    <p:push dir="u"/>
  </p:transition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xmlns="" id="{9DD8E1C3-E553-42A0-B5A5-D7C1D4F30A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7030" y="474507"/>
            <a:ext cx="9404723" cy="1481294"/>
          </a:xfrm>
          <a:solidFill>
            <a:srgbClr val="7030A0"/>
          </a:solidFill>
        </p:spPr>
        <p:txBody>
          <a:bodyPr/>
          <a:lstStyle/>
          <a:p>
            <a:r>
              <a:rPr lang="zh-CN" altLang="en-US" dirty="0"/>
              <a:t>例题试炼一密码：</a:t>
            </a:r>
            <a:r>
              <a:rPr lang="en-US" altLang="zh-CN" dirty="0" err="1"/>
              <a:t>ilovexmu</a:t>
            </a:r>
            <a:r>
              <a:rPr lang="en-US" altLang="zh-CN" dirty="0"/>
              <a:t/>
            </a:r>
            <a:br>
              <a:rPr lang="en-US" altLang="zh-CN" dirty="0"/>
            </a:br>
            <a:r>
              <a:rPr lang="en-US" altLang="zh-CN" dirty="0"/>
              <a:t>week1</a:t>
            </a:r>
            <a:r>
              <a:rPr lang="zh-CN" altLang="en-US" dirty="0"/>
              <a:t>截止日期 </a:t>
            </a:r>
            <a:r>
              <a:rPr lang="en-US" altLang="zh-CN" dirty="0"/>
              <a:t>2021</a:t>
            </a:r>
            <a:r>
              <a:rPr lang="zh-CN" altLang="en-US" dirty="0"/>
              <a:t>年</a:t>
            </a:r>
            <a:r>
              <a:rPr lang="en-US" altLang="zh-CN" dirty="0"/>
              <a:t>3</a:t>
            </a:r>
            <a:r>
              <a:rPr lang="zh-CN" altLang="en-US" dirty="0" smtClean="0"/>
              <a:t>月</a:t>
            </a:r>
            <a:r>
              <a:rPr lang="en-US" altLang="zh-CN" dirty="0" smtClean="0"/>
              <a:t>20</a:t>
            </a:r>
            <a:r>
              <a:rPr lang="zh-CN" altLang="en-US" dirty="0" smtClean="0"/>
              <a:t>日</a:t>
            </a:r>
            <a:endParaRPr lang="zh-CN" altLang="en-US" dirty="0"/>
          </a:p>
        </p:txBody>
      </p:sp>
      <p:pic>
        <p:nvPicPr>
          <p:cNvPr id="5" name="内容占位符 4">
            <a:extLst>
              <a:ext uri="{FF2B5EF4-FFF2-40B4-BE49-F238E27FC236}">
                <a16:creationId xmlns:a16="http://schemas.microsoft.com/office/drawing/2014/main" xmlns="" id="{BA23EA7A-FE9D-4BB9-95B5-AAAD84F32BC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07030" y="2215356"/>
            <a:ext cx="10314768" cy="38552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3480927"/>
      </p:ext>
    </p:extLst>
  </p:cSld>
  <p:clrMapOvr>
    <a:masterClrMapping/>
  </p:clrMapOvr>
  <p:transition spd="med">
    <p:push dir="u"/>
  </p:transition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离子">
  <a:themeElements>
    <a:clrScheme name="Ion Red">
      <a:dk1>
        <a:sysClr val="windowText" lastClr="000000"/>
      </a:dk1>
      <a:lt1>
        <a:sysClr val="window" lastClr="FFFFFF"/>
      </a:lt1>
      <a:dk2>
        <a:srgbClr val="EE5818"/>
      </a:dk2>
      <a:lt2>
        <a:srgbClr val="EBEBEB"/>
      </a:lt2>
      <a:accent1>
        <a:srgbClr val="F5A408"/>
      </a:accent1>
      <a:accent2>
        <a:srgbClr val="FA731A"/>
      </a:accent2>
      <a:accent3>
        <a:srgbClr val="AB9281"/>
      </a:accent3>
      <a:accent4>
        <a:srgbClr val="A18CD0"/>
      </a:accent4>
      <a:accent5>
        <a:srgbClr val="8EBBD2"/>
      </a:accent5>
      <a:accent6>
        <a:srgbClr val="ACC995"/>
      </a:accent6>
      <a:hlink>
        <a:srgbClr val="FAC96A"/>
      </a:hlink>
      <a:folHlink>
        <a:srgbClr val="FCDB9B"/>
      </a:folHlink>
    </a:clrScheme>
    <a:fontScheme name="Ion">
      <a:majorFont>
        <a:latin typeface="Century Gothic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104000"/>
                <a:satMod val="128000"/>
                <a:lumMod val="104000"/>
              </a:schemeClr>
            </a:gs>
            <a:gs pos="100000">
              <a:schemeClr val="phClr">
                <a:shade val="76000"/>
                <a:hueMod val="89000"/>
                <a:satMod val="164000"/>
                <a:lumMod val="68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42000"/>
                <a:hueMod val="42000"/>
                <a:satMod val="124000"/>
                <a:lumMod val="62000"/>
              </a:schemeClr>
              <a:schemeClr val="phClr">
                <a:tint val="96000"/>
                <a:satMod val="13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5A2F9111-B2DB-470C-BA56-608F9B658826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item1.xml><?xml version="1.0" encoding="utf-8"?>
<?mso-contentType ?>
<FormTemplates xmlns="http://schemas.microsoft.com/sharepoint/v3/contenttype/forms">
  <Display>DocumentLibraryForm</Display>
  <Edit>AssetEditForm</Edit>
  <New>DocumentLibraryForm</New>
</FormTemplates>
</file>

<file path=customXml/itemProps1.xml><?xml version="1.0" encoding="utf-8"?>
<ds:datastoreItem xmlns:ds="http://schemas.openxmlformats.org/officeDocument/2006/customXml" ds:itemID="{4AE901BC-D190-49E6-8B33-2F32A0F2BF00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教学课程概述</Template>
  <TotalTime>0</TotalTime>
  <Words>733</Words>
  <Application>Microsoft Office PowerPoint</Application>
  <PresentationFormat>宽屏</PresentationFormat>
  <Paragraphs>77</Paragraphs>
  <Slides>37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37</vt:i4>
      </vt:variant>
    </vt:vector>
  </HeadingPairs>
  <TitlesOfParts>
    <vt:vector size="46" baseType="lpstr">
      <vt:lpstr>Microsoft YaHei UI</vt:lpstr>
      <vt:lpstr>宋体</vt:lpstr>
      <vt:lpstr>微软雅黑</vt:lpstr>
      <vt:lpstr>Arial</vt:lpstr>
      <vt:lpstr>Calibri</vt:lpstr>
      <vt:lpstr>Century Gothic</vt:lpstr>
      <vt:lpstr>Courier New</vt:lpstr>
      <vt:lpstr>Wingdings 3</vt:lpstr>
      <vt:lpstr>离子</vt:lpstr>
      <vt:lpstr>PowerPoint 演示文稿</vt:lpstr>
      <vt:lpstr>用户：学号  默认密码：123456 例题试炼一密码：ilovexmu</vt:lpstr>
      <vt:lpstr>枚举I</vt:lpstr>
      <vt:lpstr>枚举算法(暴力搜索)</vt:lpstr>
      <vt:lpstr>讲义例题</vt:lpstr>
      <vt:lpstr>例题1 A+B</vt:lpstr>
      <vt:lpstr>基本输入输出A+B</vt:lpstr>
      <vt:lpstr>C代码</vt:lpstr>
      <vt:lpstr>C++代码</vt:lpstr>
      <vt:lpstr>python代码</vt:lpstr>
      <vt:lpstr>ACcepted！</vt:lpstr>
      <vt:lpstr>例题2：完美立方</vt:lpstr>
      <vt:lpstr>完美立方 </vt:lpstr>
      <vt:lpstr>PowerPoint 演示文稿</vt:lpstr>
      <vt:lpstr>解题思路</vt:lpstr>
      <vt:lpstr>PowerPoint 演示文稿</vt:lpstr>
      <vt:lpstr>例题3：人的周期</vt:lpstr>
      <vt:lpstr>人的周期</vt:lpstr>
      <vt:lpstr>人的周期</vt:lpstr>
      <vt:lpstr>p每隔 23天、e28天 和 i 33天</vt:lpstr>
      <vt:lpstr>解题思路</vt:lpstr>
      <vt:lpstr>PowerPoint 演示文稿</vt:lpstr>
      <vt:lpstr>ACcepted！</vt:lpstr>
      <vt:lpstr>如何优化代码？跳着试！ </vt:lpstr>
      <vt:lpstr>PowerPoint 演示文稿</vt:lpstr>
      <vt:lpstr>ACcepted！</vt:lpstr>
      <vt:lpstr>例题4：假币问题</vt:lpstr>
      <vt:lpstr>假币问题</vt:lpstr>
      <vt:lpstr>PowerPoint 演示文稿</vt:lpstr>
      <vt:lpstr>重要：天平左右的硬币数总是相等的</vt:lpstr>
      <vt:lpstr>分析:</vt:lpstr>
      <vt:lpstr>数据结构设计</vt:lpstr>
      <vt:lpstr>算法设计</vt:lpstr>
      <vt:lpstr>参考代码</vt:lpstr>
      <vt:lpstr>isFeitCoin 函数</vt:lpstr>
      <vt:lpstr>使用string的find函数判断字符串是否包含iCoin string::npos表示没找到</vt:lpstr>
      <vt:lpstr>例题试炼一密码：ilovexmu week1截止日期 2021年3月20日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keywords/>
  <cp:lastModifiedBy/>
  <cp:revision>1</cp:revision>
  <dcterms:created xsi:type="dcterms:W3CDTF">2019-09-20T06:50:13Z</dcterms:created>
  <dcterms:modified xsi:type="dcterms:W3CDTF">2021-03-01T06:58:27Z</dcterms:modified>
  <cp:version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_TemplateID">
    <vt:lpwstr>TC030395169991</vt:lpwstr>
  </property>
</Properties>
</file>